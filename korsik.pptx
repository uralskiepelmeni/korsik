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77" r:id="rId10"/>
    <p:sldId id="267" r:id="rId11"/>
    <p:sldId id="268" r:id="rId12"/>
    <p:sldId id="271" r:id="rId13"/>
    <p:sldId id="272" r:id="rId14"/>
    <p:sldId id="273" r:id="rId15"/>
    <p:sldId id="274" r:id="rId16"/>
  </p:sldIdLst>
  <p:sldSz cx="15240000" cy="85725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622"/>
    <p:restoredTop sz="96245"/>
  </p:normalViewPr>
  <p:slideViewPr>
    <p:cSldViewPr snapToGrid="0">
      <p:cViewPr varScale="1">
        <p:scale>
          <a:sx n="123" d="100"/>
          <a:sy n="123" d="100"/>
        </p:scale>
        <p:origin x="126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Слайд 1. 8 секунд.</a:t>
            </a:r>
          </a:p>
          <a:p>
            <a:endParaRPr/>
          </a:p>
          <a:p>
            <a:r>
              <a:t>Мы — «Уральские пельмени». Представляем HR-бота, который освобождает время для людей. QR-код позволит протестировать продукт.</a:t>
            </a:r>
          </a:p>
          <a:p>
            <a:endParaRPr/>
          </a:p>
          <a:p>
            <a:r>
              <a:t>Места под QR и Telegram-тег намеренно оставлены редактируемыми. Реальная ссылка не предоставлена. Фоновый визуал создан встроенным ImageGen, это абстрактная иллюстрация.</a:t>
            </a:r>
          </a:p>
          <a:p>
            <a:endParaRPr/>
          </a:p>
          <a:p>
            <a:r>
              <a:t>Источник структуры и оформления: C:/Users/mursh/.codex/attachments/1e389446-169d-46ad-8538-fdcb4a0242df/Вставленный текст.txt.</a:t>
            </a:r>
          </a:p>
          <a:p>
            <a:r>
              <a:t>Функциональный контекст: D:/hackaton/preza/ТЗ (2).md; D:/hackaton/preza/ФУНКЦИОНАЛ_И_РОЛИ.md; D:/hackaton/preza/TZ_KORSIK_EXPANDED.md.</a:t>
            </a:r>
          </a:p>
          <a:p>
            <a:r>
              <a:t>Числовые результаты и не предоставленные интерфейсы не вымышлены.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Слайд 2. 15 секунд.</a:t>
            </a:r>
          </a:p>
          <a:p>
            <a:endParaRPr/>
          </a:p>
          <a:p>
            <a:r>
              <a:t>Новые сотрудники задают одни и те же вопросы, а HR вручную ищет ответы в документах. Бот берёт типовые ответы на себя и использует корпоративную базу знаний. Специалист подключается там, где нужно человеческое участие.</a:t>
            </a:r>
          </a:p>
          <a:p>
            <a:endParaRPr/>
          </a:p>
          <a:p>
            <a:endParaRPr/>
          </a:p>
          <a:p>
            <a:endParaRPr/>
          </a:p>
          <a:p>
            <a:r>
              <a:t>Источник структуры и оформления: C:/Users/mursh/.codex/attachments/1e389446-169d-46ad-8538-fdcb4a0242df/Вставленный текст.txt.</a:t>
            </a:r>
          </a:p>
          <a:p>
            <a:r>
              <a:t>Функциональный контекст: D:/hackaton/preza/ТЗ (2).md; D:/hackaton/preza/ФУНКЦИОНАЛ_И_РОЛИ.md; D:/hackaton/preza/TZ_KORSIK_EXPANDED.md.</a:t>
            </a:r>
          </a:p>
          <a:p>
            <a:r>
              <a:t>Числовые результаты и не предоставленные интерфейсы не вымышлены.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Слайд 3. 25 секунд.</a:t>
            </a:r>
          </a:p>
          <a:p>
            <a:endParaRPr/>
          </a:p>
          <a:p>
            <a:r>
              <a:t>Запросами управляет Decision Model. Сравниваем наше решение с локальным Qwen по точности, честности и скорости. Подключаем существующие базы знаний и адаптируем работу под корпоративные источники данных.</a:t>
            </a:r>
          </a:p>
          <a:p>
            <a:endParaRPr/>
          </a:p>
          <a:p>
            <a:r>
              <a:t>Подставить точные версии моделей, результаты, единицы, размер выборки и условия измерений. Не озвучивать превосходство без данных. Честность означает корректное поведение при недостатке информации, а не математическую гарантию отсутствия ошибок. Измерять одинаковый состав обработки запроса.</a:t>
            </a:r>
          </a:p>
          <a:p>
            <a:endParaRPr/>
          </a:p>
          <a:p>
            <a:r>
              <a:t>Источник структуры и оформления: C:/Users/mursh/.codex/attachments/1e389446-169d-46ad-8538-fdcb4a0242df/Вставленный текст.txt.</a:t>
            </a:r>
          </a:p>
          <a:p>
            <a:r>
              <a:t>Функциональный контекст: D:/hackaton/preza/ТЗ (2).md; D:/hackaton/preza/ФУНКЦИОНАЛ_И_РОЛИ.md; D:/hackaton/preza/TZ_KORSIK_EXPANDED.md.</a:t>
            </a:r>
          </a:p>
          <a:p>
            <a:r>
              <a:t>Числовые результаты и не предоставленные интерфейсы не вымышлены.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Слайд 4. 20 секунд.</a:t>
            </a:r>
          </a:p>
          <a:p>
            <a:endParaRPr/>
          </a:p>
          <a:p>
            <a:r>
              <a:t>У сотрудника — ответы, поиск по документам и помощь в онбординге. У HR — управление знаниями, обновление документов и контроль информации. Есть и третья роль: администратор назначает роли и управляет доступом. Далее — демонстрация.</a:t>
            </a:r>
          </a:p>
          <a:p>
            <a:endParaRPr/>
          </a:p>
          <a:p>
            <a:r>
              <a:t>Администратора упомянуть устно. Схема показывает общую базу знаний и две рабочие роли. Реальные права доступа и готовность функций сверить с реализацией.</a:t>
            </a:r>
          </a:p>
          <a:p>
            <a:endParaRPr/>
          </a:p>
          <a:p>
            <a:r>
              <a:t>Источник структуры и оформления: C:/Users/mursh/.codex/attachments/1e389446-169d-46ad-8538-fdcb4a0242df/Вставленный текст.txt.</a:t>
            </a:r>
          </a:p>
          <a:p>
            <a:r>
              <a:t>Функциональный контекст: D:/hackaton/preza/ТЗ (2).md; D:/hackaton/preza/ФУНКЦИОНАЛ_И_РОЛИ.md; D:/hackaton/preza/TZ_KORSIK_EXPANDED.md.</a:t>
            </a:r>
          </a:p>
          <a:p>
            <a:r>
              <a:t>Числовые результаты и не предоставленные интерфейсы не вымышлены.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Слайд 5. 6 секунд.</a:t>
            </a:r>
          </a:p>
          <a:p>
            <a:endParaRPr/>
          </a:p>
          <a:p>
            <a:r>
              <a:t>Сотрудник начинает работу с ботом.</a:t>
            </a:r>
          </a:p>
          <a:p>
            <a:endParaRPr/>
          </a:p>
          <a:p>
            <a:r>
              <a:t>Намеренное редактируемое место: реальный экран пользователь добавит позже. Не подменять работающий интерфейс вымышленным макетом. Все 13 кадров образуют одну демонстрацию.</a:t>
            </a:r>
          </a:p>
          <a:p>
            <a:endParaRPr/>
          </a:p>
          <a:p>
            <a:r>
              <a:t>Источник структуры и оформления: C:/Users/mursh/.codex/attachments/1e389446-169d-46ad-8538-fdcb4a0242df/Вставленный текст.txt.</a:t>
            </a:r>
          </a:p>
          <a:p>
            <a:r>
              <a:t>Функциональный контекст: D:/hackaton/preza/ТЗ (2).md; D:/hackaton/preza/ФУНКЦИОНАЛ_И_РОЛИ.md; D:/hackaton/preza/TZ_KORSIK_EXPANDED.md.</a:t>
            </a:r>
          </a:p>
          <a:p>
            <a:r>
              <a:t>Числовые результаты и не предоставленные интерфейсы не вымышлены.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Слайд 7. 6 секунд.</a:t>
            </a:r>
          </a:p>
          <a:p>
            <a:endParaRPr/>
          </a:p>
          <a:p>
            <a:r>
              <a:t>Пользователь задаёт вопрос обычным сообщением, в том числе с несколькими темами.</a:t>
            </a:r>
          </a:p>
          <a:p>
            <a:endParaRPr/>
          </a:p>
          <a:p>
            <a:r>
              <a:t>Использован настоящий скриншот из исходной презентации. На слайде 8 показан верхний фрагмент для читаемости. Полное изображение остаётся внутри PPTX, обрезку можно сбросить. Скриншоты не редактировались и не дополнялись вымышленными сообщениями.</a:t>
            </a:r>
          </a:p>
          <a:p>
            <a:endParaRPr/>
          </a:p>
          <a:p>
            <a:r>
              <a:t>Источник структуры и оформления: C:/Users/mursh/.codex/attachments/1e389446-169d-46ad-8538-fdcb4a0242df/Вставленный текст.txt.</a:t>
            </a:r>
          </a:p>
          <a:p>
            <a:r>
              <a:t>Функциональный контекст: D:/hackaton/preza/ТЗ (2).md; D:/hackaton/preza/ФУНКЦИОНАЛ_И_РОЛИ.md; D:/hackaton/preza/TZ_KORSIK_EXPANDED.md.</a:t>
            </a:r>
          </a:p>
          <a:p>
            <a:r>
              <a:t>Числовые результаты и не предоставленные интерфейсы не вымышлены.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Слайд 8. 6 секунд.</a:t>
            </a:r>
          </a:p>
          <a:p>
            <a:endParaRPr/>
          </a:p>
          <a:p>
            <a:r>
              <a:t>Бот возвращает информацию из корпоративных документов и показывает источники.</a:t>
            </a:r>
          </a:p>
          <a:p>
            <a:endParaRPr/>
          </a:p>
          <a:p>
            <a:r>
              <a:t>Использован настоящий скриншот из исходной презентации. На слайде 8 показан верхний фрагмент для читаемости. Полное изображение остаётся внутри PPTX, обрезку можно сбросить. Скриншоты не редактировались и не дополнялись вымышленными сообщениями.</a:t>
            </a:r>
          </a:p>
          <a:p>
            <a:endParaRPr/>
          </a:p>
          <a:p>
            <a:r>
              <a:t>Источник структуры и оформления: C:/Users/mursh/.codex/attachments/1e389446-169d-46ad-8538-fdcb4a0242df/Вставленный текст.txt.</a:t>
            </a:r>
          </a:p>
          <a:p>
            <a:r>
              <a:t>Функциональный контекст: D:/hackaton/preza/ТЗ (2).md; D:/hackaton/preza/ФУНКЦИОНАЛ_И_РОЛИ.md; D:/hackaton/preza/TZ_KORSIK_EXPANDED.md.</a:t>
            </a:r>
          </a:p>
          <a:p>
            <a:r>
              <a:t>Числовые результаты и не предоставленные интерфейсы не вымышлены.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Слайд 9. 6 секунд.</a:t>
            </a:r>
          </a:p>
          <a:p>
            <a:endParaRPr/>
          </a:p>
          <a:p>
            <a:r>
              <a:t>Показываем, как сотрудник работает с корпоративной информацией.</a:t>
            </a:r>
          </a:p>
          <a:p>
            <a:endParaRPr/>
          </a:p>
          <a:p>
            <a:r>
              <a:t>Намеренное редактируемое место: реальный экран пользователь добавит позже. Не подменять работающий интерфейс вымышленным макетом. Все 13 кадров образуют одну демонстрацию.</a:t>
            </a:r>
          </a:p>
          <a:p>
            <a:endParaRPr/>
          </a:p>
          <a:p>
            <a:r>
              <a:t>Источник структуры и оформления: C:/Users/mursh/.codex/attachments/1e389446-169d-46ad-8538-fdcb4a0242df/Вставленный текст.txt.</a:t>
            </a:r>
          </a:p>
          <a:p>
            <a:r>
              <a:t>Функциональный контекст: D:/hackaton/preza/ТЗ (2).md; D:/hackaton/preza/ФУНКЦИОНАЛ_И_РОЛИ.md; D:/hackaton/preza/TZ_KORSIK_EXPANDED.md.</a:t>
            </a:r>
          </a:p>
          <a:p>
            <a:r>
              <a:t>Числовые результаты и не предоставленные интерфейсы не вымышлены.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EF9DD-50B9-823E-1734-C74C98926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41A08D-E051-7184-982C-609AB3D329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A3544B-EA1C-B2CB-362D-84C86A27ED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Слайд 9. 6 секунд.</a:t>
            </a:r>
          </a:p>
          <a:p>
            <a:endParaRPr/>
          </a:p>
          <a:p>
            <a:r>
              <a:t>Показываем, как сотрудник работает с корпоративной информацией.</a:t>
            </a:r>
          </a:p>
          <a:p>
            <a:endParaRPr/>
          </a:p>
          <a:p>
            <a:r>
              <a:t>Намеренное редактируемое место: реальный экран пользователь добавит позже. Не подменять работающий интерфейс вымышленным макетом. Все 13 кадров образуют одну демонстрацию.</a:t>
            </a:r>
          </a:p>
          <a:p>
            <a:endParaRPr/>
          </a:p>
          <a:p>
            <a:r>
              <a:t>Источник структуры и оформления: C:/Users/mursh/.codex/attachments/1e389446-169d-46ad-8538-fdcb4a0242df/Вставленный текст.txt.</a:t>
            </a:r>
          </a:p>
          <a:p>
            <a:r>
              <a:t>Функциональный контекст: D:/hackaton/preza/ТЗ (2).md; D:/hackaton/preza/ФУНКЦИОНАЛ_И_РОЛИ.md; D:/hackaton/preza/TZ_KORSIK_EXPANDED.md.</a:t>
            </a:r>
          </a:p>
          <a:p>
            <a:r>
              <a:t>Числовые результаты и не предоставленные интерфейсы не вымышлены.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78253-0617-6AA6-6FBA-10987A5A9E9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935517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Слайд 12. 6 секунд.</a:t>
            </a:r>
          </a:p>
          <a:p>
            <a:endParaRPr/>
          </a:p>
          <a:p>
            <a:r>
              <a:t>Показываем основные возможности HR-специалиста.</a:t>
            </a:r>
          </a:p>
          <a:p>
            <a:endParaRPr/>
          </a:p>
          <a:p>
            <a:r>
              <a:t>Намеренное редактируемое место: реальный экран пользователь добавит позже. Не подменять работающий интерфейс вымышленным макетом. Все 13 кадров образуют одну демонстрацию.</a:t>
            </a:r>
          </a:p>
          <a:p>
            <a:endParaRPr/>
          </a:p>
          <a:p>
            <a:r>
              <a:t>Источник структуры и оформления: C:/Users/mursh/.codex/attachments/1e389446-169d-46ad-8538-fdcb4a0242df/Вставленный текст.txt.</a:t>
            </a:r>
          </a:p>
          <a:p>
            <a:r>
              <a:t>Функциональный контекст: D:/hackaton/preza/ТЗ (2).md; D:/hackaton/preza/ФУНКЦИОНАЛ_И_РОЛИ.md; D:/hackaton/preza/TZ_KORSIK_EXPANDED.md.</a:t>
            </a:r>
          </a:p>
          <a:p>
            <a:r>
              <a:t>Числовые результаты и не предоставленные интерфейсы не вымышлены.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Слайд 13. 6 секунд.</a:t>
            </a:r>
          </a:p>
          <a:p>
            <a:endParaRPr/>
          </a:p>
          <a:p>
            <a:r>
              <a:t>HR управляет документами базы знаний.</a:t>
            </a:r>
          </a:p>
          <a:p>
            <a:endParaRPr/>
          </a:p>
          <a:p>
            <a:r>
              <a:t>Намеренное редактируемое место: реальный экран пользователь добавит позже. Не подменять работающий интерфейс вымышленным макетом. Все 13 кадров образуют одну демонстрацию.</a:t>
            </a:r>
          </a:p>
          <a:p>
            <a:endParaRPr/>
          </a:p>
          <a:p>
            <a:r>
              <a:t>Источник структуры и оформления: C:/Users/mursh/.codex/attachments/1e389446-169d-46ad-8538-fdcb4a0242df/Вставленный текст.txt.</a:t>
            </a:r>
          </a:p>
          <a:p>
            <a:r>
              <a:t>Функциональный контекст: D:/hackaton/preza/ТЗ (2).md; D:/hackaton/preza/ФУНКЦИОНАЛ_И_РОЛИ.md; D:/hackaton/preza/TZ_KORSIK_EXPANDED.md.</a:t>
            </a:r>
          </a:p>
          <a:p>
            <a:r>
              <a:t>Числовые результаты и не предоставленные интерфейсы не вымышлены.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Слайд 16. 6 секунд.</a:t>
            </a:r>
          </a:p>
          <a:p>
            <a:endParaRPr/>
          </a:p>
          <a:p>
            <a:r>
              <a:t>Показываем ещё одну реально работающую функцию.</a:t>
            </a:r>
          </a:p>
          <a:p>
            <a:endParaRPr/>
          </a:p>
          <a:p>
            <a:r>
              <a:t>Намеренное редактируемое место: реальный экран пользователь добавит позже. Не подменять работающий интерфейс вымышленным макетом. Все 13 кадров образуют одну демонстрацию.</a:t>
            </a:r>
          </a:p>
          <a:p>
            <a:endParaRPr/>
          </a:p>
          <a:p>
            <a:r>
              <a:t>Источник структуры и оформления: C:/Users/mursh/.codex/attachments/1e389446-169d-46ad-8538-fdcb4a0242df/Вставленный текст.txt.</a:t>
            </a:r>
          </a:p>
          <a:p>
            <a:r>
              <a:t>Функциональный контекст: D:/hackaton/preza/ТЗ (2).md; D:/hackaton/preza/ФУНКЦИОНАЛ_И_РОЛИ.md; D:/hackaton/preza/TZ_KORSIK_EXPANDED.md.</a:t>
            </a:r>
          </a:p>
          <a:p>
            <a:r>
              <a:t>Числовые результаты и не предоставленные интерфейсы не вымышлены.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Слайд 17. 6 секунд.</a:t>
            </a:r>
          </a:p>
          <a:p>
            <a:endParaRPr/>
          </a:p>
          <a:p>
            <a:r>
              <a:t>Завершаем сквозной пользовательский сценарий.</a:t>
            </a:r>
          </a:p>
          <a:p>
            <a:endParaRPr/>
          </a:p>
          <a:p>
            <a:r>
              <a:t>Намеренное редактируемое место: реальный экран пользователь добавит позже. Не подменять работающий интерфейс вымышленным макетом. Все 13 кадров образуют одну демонстрацию.</a:t>
            </a:r>
          </a:p>
          <a:p>
            <a:endParaRPr/>
          </a:p>
          <a:p>
            <a:r>
              <a:t>Источник структуры и оформления: C:/Users/mursh/.codex/attachments/1e389446-169d-46ad-8538-fdcb4a0242df/Вставленный текст.txt.</a:t>
            </a:r>
          </a:p>
          <a:p>
            <a:r>
              <a:t>Функциональный контекст: D:/hackaton/preza/ТЗ (2).md; D:/hackaton/preza/ФУНКЦИОНАЛ_И_РОЛИ.md; D:/hackaton/preza/TZ_KORSIK_EXPANDED.md.</a:t>
            </a:r>
          </a:p>
          <a:p>
            <a:r>
              <a:t>Числовые результаты и не предоставленные интерфейсы не вымышлены.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Возможные направления развития проекта. Перечисленные сценарии требуют подготовки профильных документов и настройки доступа и маршрутизации. Это предложения по адаптации платформы, а не утверждение о текущем внедрении.</a:t>
            </a:r>
          </a:p>
          <a:p>
            <a:r>
              <a:t>Масштабирование: подключение новых предприятий и команд группы. Для каждой площадки можно сочетать общие корпоративные правила с локальными документами, назначать ответственных и разграничивать доступ.</a:t>
            </a:r>
          </a:p>
          <a:p>
            <a:r>
              <a:t>Заводы: например, Климовский трубный завод и ЮГТРУБПЛАСТ. Бот может помогать новым сотрудникам искать утверждённые рабочие инструкции и регламенты. Если нужной информации нет, обращение направляется мастеру, технологу или HR в зависимости от темы.</a:t>
            </a:r>
          </a:p>
          <a:p>
            <a:r>
              <a:t>Торговые дома: например, ПОЛИПЛАСТИК УралСиб, Юг и Центр. Помощник менеджера может искать характеристики продукции, каталоги и сертификаты. Для актуальных цен, остатков и статусов заказов нужна отдельная интеграция с учётными системами. Сложный запрос получает профильный специалист.</a:t>
            </a:r>
          </a:p>
          <a:p>
            <a:r>
              <a:t>Учебные центры: ответы по материалам курсов, помощь с программой обучения, опросы и проверка знаний. Преподаватель или координатор получает вопросы, требующие разбора.</a:t>
            </a:r>
          </a:p>
          <a:p>
            <a:r>
              <a:t>НИИ «ПОЛИПЛАСТИК»: поиск по доступным внутренним исследованиям, техническим отчётам и накопленному опыту с указанием документа-источника. Сложные вопросы направляются эксперту по теме.</a:t>
            </a:r>
          </a:p>
          <a:p>
            <a:r>
              <a:t>Аккредитованные лаборатории: поиск утверждённых методик испытаний, требований к образцам и форм протоколов. Вопросы, требующие интерпретации результатов, получает ответственный специалист лаборатории.</a:t>
            </a:r>
          </a:p>
          <a:p>
            <a:r>
              <a:t>Проектные институты: Гипрокоммунводоканал. Поиск технических требований и решений в архиве проектов. Профильный инженер проверяет применимость найденного материала к конкретному проекту.</a:t>
            </a:r>
          </a:p>
          <a:p>
            <a:r>
              <a:t>Источник перечня групп и примеров предприятий: https://www.polyplastic.ru/company/structure, проверено по проиндексированной странице 24.10.2026. Сценарии применения предложены для развития проекта.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Слайд 19. 4 секунд.</a:t>
            </a:r>
          </a:p>
          <a:p>
            <a:endParaRPr/>
          </a:p>
          <a:p>
            <a:r>
              <a:t>Спасибо за внимание! Меньше рутины, больше времени на людей.</a:t>
            </a:r>
          </a:p>
          <a:p>
            <a:endParaRPr/>
          </a:p>
          <a:p>
            <a:r>
              <a:t>Заменить место под QR-код и Telegram-тег на действительные данные.</a:t>
            </a:r>
          </a:p>
          <a:p>
            <a:endParaRPr/>
          </a:p>
          <a:p>
            <a:r>
              <a:t>Источник структуры и оформления: C:/Users/mursh/.codex/attachments/1e389446-169d-46ad-8538-fdcb4a0242df/Вставленный текст.txt.</a:t>
            </a:r>
          </a:p>
          <a:p>
            <a:r>
              <a:t>Функциональный контекст: D:/hackaton/preza/ТЗ (2).md; D:/hackaton/preza/ФУНКЦИОНАЛ_И_РОЛИ.md; D:/hackaton/preza/TZ_KORSIK_EXPANDED.md.</a:t>
            </a:r>
          </a:p>
          <a:p>
            <a:r>
              <a:t>Числовые результаты и не предоставленные интерфейсы не вымышлены.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44CE379-5EA1-4A03-9EBF-BFA456661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238500"/>
            <a:ext cx="12192000" cy="12382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515D17DC-6221-4589-8B20-C7C8D87C6C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4714875"/>
            <a:ext cx="10668000" cy="952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38DFDF0-AAF4-4D9D-BDAE-A7A810D4B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571875"/>
            <a:ext cx="12192000" cy="1428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2723295-9949-4D91-869A-A6E22E3C2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2C8807F-A867-4958-8B02-2372D2EC9A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13525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FD008D6F-D43D-4D20-A1BE-ED4D3D26A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DDF6326-6CD5-4246-8FA9-66048DFB76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80C0062E-7AD7-4651-B481-3F0BD46BEC6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096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DFAB35A-59A2-4C6F-A6BB-BFF335F56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74DD24E-32B0-4F8A-B5AA-48B8251A5F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80A12"/>
            </a:gs>
            <a:gs pos="100000">
              <a:srgbClr val="111326"/>
            </a:gs>
          </a:gsLst>
          <a:lin ang="198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0926FCC-3811-4D76-993E-CD8E2111F6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  <p:sp>
        <p:nvSpPr>
          <p:cNvPr id="2" name="text-1">
            <a:extLst>
              <a:ext uri="{FF2B5EF4-FFF2-40B4-BE49-F238E27FC236}">
                <a16:creationId xmlns:a16="http://schemas.microsoft.com/office/drawing/2014/main" id="{F3082EEB-933F-467F-9B00-908D766A77C8}"/>
              </a:ext>
            </a:extLst>
          </p:cNvPr>
          <p:cNvSpPr>
            <a:spLocks noGrp="1"/>
          </p:cNvSpPr>
          <p:nvPr/>
        </p:nvSpPr>
        <p:spPr>
          <a:xfrm>
            <a:off x="13811250" y="7981950"/>
            <a:ext cx="666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defPPr>
            <a:lvl1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1pPr>
            <a:lvl2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2pPr>
            <a:lvl3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3pPr>
            <a:lvl4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4pPr>
            <a:lvl5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5pPr>
            <a:lvl6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6pPr>
            <a:lvl7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7pPr>
            <a:lvl8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8pPr>
            <a:lvl9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75819A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F25973B8-4DB0-4582-99E4-A8A471BF18BD}"/>
              </a:ext>
            </a:extLst>
          </p:cNvPr>
          <p:cNvSpPr>
            <a:spLocks noGrp="1"/>
          </p:cNvSpPr>
          <p:nvPr/>
        </p:nvSpPr>
        <p:spPr>
          <a:xfrm>
            <a:off x="762000" y="733425"/>
            <a:ext cx="757237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75" b="1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1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1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1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1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1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1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1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1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1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175" b="1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A8B1C4"/>
                </a:solidFill>
                <a:latin typeface="Segoe UI"/>
                <a:ea typeface="Segoe UI"/>
                <a:cs typeface="Segoe UI"/>
              </a:rPr>
              <a:t>Уральские пельмени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3D776EFF-0686-42D2-AC2E-8D18BEFA95E7}"/>
              </a:ext>
            </a:extLst>
          </p:cNvPr>
          <p:cNvSpPr>
            <a:spLocks noGrp="1"/>
          </p:cNvSpPr>
          <p:nvPr/>
        </p:nvSpPr>
        <p:spPr>
          <a:xfrm>
            <a:off x="723900" y="2390774"/>
            <a:ext cx="7277100" cy="229713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57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defPPr>
            <a:lvl1pPr>
              <a:defRPr sz="57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1pPr>
            <a:lvl2pPr>
              <a:defRPr sz="57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2pPr>
            <a:lvl3pPr>
              <a:defRPr sz="57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3pPr>
            <a:lvl4pPr>
              <a:defRPr sz="57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4pPr>
            <a:lvl5pPr>
              <a:defRPr sz="57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5pPr>
            <a:lvl6pPr>
              <a:defRPr sz="57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6pPr>
            <a:lvl7pPr>
              <a:defRPr sz="57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7pPr>
            <a:lvl8pPr>
              <a:defRPr sz="57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8pPr>
            <a:lvl9pPr>
              <a:defRPr sz="57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57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pPr>
            <a:r>
              <a:rPr lang="ru-RU" sz="5775" b="1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Корсик – </a:t>
            </a:r>
            <a:r>
              <a:rPr sz="5775" b="1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HR-</a:t>
            </a:r>
            <a:r>
              <a:rPr sz="5775" b="1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бот</a:t>
            </a:r>
            <a:endParaRPr lang="ru-RU" dirty="0"/>
          </a:p>
          <a:p>
            <a:pPr>
              <a:defRPr sz="57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pPr>
            <a:r>
              <a:rPr lang="ru-RU" sz="4800" dirty="0"/>
              <a:t>к</a:t>
            </a:r>
            <a:r>
              <a:rPr sz="4800" b="1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оторый</a:t>
            </a:r>
            <a:r>
              <a:rPr lang="ru-RU" sz="4800" dirty="0"/>
              <a:t> освобождает</a:t>
            </a:r>
            <a:endParaRPr sz="4800" b="1" dirty="0">
              <a:solidFill>
                <a:srgbClr val="F7F8FD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174F108D-2C7F-4777-844B-FE6251701C3B}"/>
              </a:ext>
            </a:extLst>
          </p:cNvPr>
          <p:cNvSpPr>
            <a:spLocks noGrp="1"/>
          </p:cNvSpPr>
          <p:nvPr/>
        </p:nvSpPr>
        <p:spPr>
          <a:xfrm>
            <a:off x="690562" y="3962400"/>
            <a:ext cx="7715250" cy="971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57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defPPr>
            <a:lvl1pPr>
              <a:defRPr sz="57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1pPr>
            <a:lvl2pPr>
              <a:defRPr sz="57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2pPr>
            <a:lvl3pPr>
              <a:defRPr sz="57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3pPr>
            <a:lvl4pPr>
              <a:defRPr sz="57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4pPr>
            <a:lvl5pPr>
              <a:defRPr sz="57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5pPr>
            <a:lvl6pPr>
              <a:defRPr sz="57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6pPr>
            <a:lvl7pPr>
              <a:defRPr sz="57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7pPr>
            <a:lvl8pPr>
              <a:defRPr sz="57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8pPr>
            <a:lvl9pPr>
              <a:defRPr sz="57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57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pPr>
            <a:r>
              <a:rPr sz="4800" b="1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время</a:t>
            </a:r>
            <a:endParaRPr sz="4800" b="1" dirty="0">
              <a:solidFill>
                <a:srgbClr val="F7F8FD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46DC4BF6-72F1-47F6-8423-293C19BCEDC4}"/>
              </a:ext>
            </a:extLst>
          </p:cNvPr>
          <p:cNvSpPr>
            <a:spLocks noGrp="1"/>
          </p:cNvSpPr>
          <p:nvPr/>
        </p:nvSpPr>
        <p:spPr>
          <a:xfrm>
            <a:off x="2786461" y="3843337"/>
            <a:ext cx="5014778" cy="971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5775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defPPr>
            <a:lvl1pPr>
              <a:defRPr sz="5775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1pPr>
            <a:lvl2pPr>
              <a:defRPr sz="5775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2pPr>
            <a:lvl3pPr>
              <a:defRPr sz="5775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3pPr>
            <a:lvl4pPr>
              <a:defRPr sz="5775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4pPr>
            <a:lvl5pPr>
              <a:defRPr sz="5775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5pPr>
            <a:lvl6pPr>
              <a:defRPr sz="5775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6pPr>
            <a:lvl7pPr>
              <a:defRPr sz="5775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7pPr>
            <a:lvl8pPr>
              <a:defRPr sz="5775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8pPr>
            <a:lvl9pPr>
              <a:defRPr sz="5775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5775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pPr>
            <a:r>
              <a:rPr sz="4800" b="1" dirty="0" err="1">
                <a:solidFill>
                  <a:srgbClr val="8399FF"/>
                </a:solidFill>
                <a:latin typeface="Segoe UI"/>
                <a:ea typeface="Segoe UI"/>
                <a:cs typeface="Segoe UI"/>
              </a:rPr>
              <a:t>для</a:t>
            </a:r>
            <a:r>
              <a:rPr sz="5775" b="1" dirty="0">
                <a:solidFill>
                  <a:srgbClr val="8399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4800" b="1" dirty="0" err="1">
                <a:solidFill>
                  <a:srgbClr val="8399FF"/>
                </a:solidFill>
                <a:latin typeface="Segoe UI"/>
                <a:ea typeface="Segoe UI"/>
                <a:cs typeface="Segoe UI"/>
              </a:rPr>
              <a:t>людей</a:t>
            </a:r>
            <a:endParaRPr sz="5775" b="1" dirty="0">
              <a:solidFill>
                <a:srgbClr val="8399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C0A9DE8C-448E-41E9-B6AA-23C5E6ECDCAE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7239000" cy="1162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6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defPPr>
            <a:lvl1pPr>
              <a:defRPr sz="26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1pPr>
            <a:lvl2pPr>
              <a:defRPr sz="26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2pPr>
            <a:lvl3pPr>
              <a:defRPr sz="26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3pPr>
            <a:lvl4pPr>
              <a:defRPr sz="26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4pPr>
            <a:lvl5pPr>
              <a:defRPr sz="26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5pPr>
            <a:lvl6pPr>
              <a:defRPr sz="26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6pPr>
            <a:lvl7pPr>
              <a:defRPr sz="26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7pPr>
            <a:lvl8pPr>
              <a:defRPr sz="26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8pPr>
            <a:lvl9pPr>
              <a:defRPr sz="26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6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pPr>
            <a:r>
              <a:rPr sz="2625" b="0">
                <a:solidFill>
                  <a:srgbClr val="A8B1C4"/>
                </a:solidFill>
                <a:latin typeface="Segoe UI"/>
                <a:ea typeface="Segoe UI"/>
                <a:cs typeface="Segoe UI"/>
              </a:rPr>
              <a:t>Умный онбординг сотрудников</a:t>
            </a:r>
          </a:p>
          <a:p>
            <a:pPr>
              <a:defRPr sz="26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pPr>
            <a:r>
              <a:rPr sz="2625" b="0">
                <a:solidFill>
                  <a:srgbClr val="A8B1C4"/>
                </a:solidFill>
                <a:latin typeface="Segoe UI"/>
                <a:ea typeface="Segoe UI"/>
                <a:cs typeface="Segoe UI"/>
              </a:rPr>
              <a:t>на базе AI</a:t>
            </a:r>
          </a:p>
        </p:txBody>
      </p:sp>
      <p:sp>
        <p:nvSpPr>
          <p:cNvPr id="8" name="surface-7">
            <a:extLst>
              <a:ext uri="{FF2B5EF4-FFF2-40B4-BE49-F238E27FC236}">
                <a16:creationId xmlns:a16="http://schemas.microsoft.com/office/drawing/2014/main" id="{5B84CD28-2716-4BF6-92BE-9F8DE104F140}"/>
              </a:ext>
            </a:extLst>
          </p:cNvPr>
          <p:cNvSpPr>
            <a:spLocks noGrp="1"/>
          </p:cNvSpPr>
          <p:nvPr/>
        </p:nvSpPr>
        <p:spPr>
          <a:xfrm>
            <a:off x="8686800" y="1323975"/>
            <a:ext cx="5657850" cy="5657850"/>
          </a:xfrm>
          <a:prstGeom prst="roundRect">
            <a:avLst>
              <a:gd name="adj" fmla="val 5051"/>
            </a:avLst>
          </a:prstGeom>
          <a:gradFill>
            <a:gsLst>
              <a:gs pos="0">
                <a:srgbClr val="27324A"/>
              </a:gs>
              <a:gs pos="100000">
                <a:srgbClr val="2B2042"/>
              </a:gs>
            </a:gsLst>
            <a:lin ang="1500000"/>
          </a:gradFill>
          <a:ln w="11430">
            <a:solidFill>
              <a:srgbClr val="6D6CF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9" name="surface-8">
            <a:extLst>
              <a:ext uri="{FF2B5EF4-FFF2-40B4-BE49-F238E27FC236}">
                <a16:creationId xmlns:a16="http://schemas.microsoft.com/office/drawing/2014/main" id="{E8507CC5-7300-44A9-8B6D-75D939F13B96}"/>
              </a:ext>
            </a:extLst>
          </p:cNvPr>
          <p:cNvSpPr>
            <a:spLocks noGrp="1"/>
          </p:cNvSpPr>
          <p:nvPr/>
        </p:nvSpPr>
        <p:spPr>
          <a:xfrm>
            <a:off x="8801100" y="1438275"/>
            <a:ext cx="5429250" cy="5429250"/>
          </a:xfrm>
          <a:prstGeom prst="roundRect">
            <a:avLst>
              <a:gd name="adj" fmla="val 3860"/>
            </a:avLst>
          </a:prstGeom>
          <a:solidFill>
            <a:srgbClr val="F7F8FD"/>
          </a:solidFill>
          <a:ln w="11430">
            <a:solidFill>
              <a:srgbClr val="F7F8FD"/>
            </a:solidFill>
            <a:prstDash val="solid"/>
          </a:ln>
        </p:spPr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0F8E5443-A7AC-49D7-8374-BD29930F6A0E}"/>
              </a:ext>
            </a:extLst>
          </p:cNvPr>
          <p:cNvSpPr>
            <a:spLocks noGrp="1"/>
          </p:cNvSpPr>
          <p:nvPr/>
        </p:nvSpPr>
        <p:spPr>
          <a:xfrm>
            <a:off x="9134475" y="3552825"/>
            <a:ext cx="4762500" cy="1381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2850" b="0">
                <a:solidFill>
                  <a:srgbClr val="657083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850" b="0">
                <a:solidFill>
                  <a:srgbClr val="657083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850" b="0">
                <a:solidFill>
                  <a:srgbClr val="657083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850" b="0">
                <a:solidFill>
                  <a:srgbClr val="657083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850" b="0">
                <a:solidFill>
                  <a:srgbClr val="657083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850" b="0">
                <a:solidFill>
                  <a:srgbClr val="657083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850" b="0">
                <a:solidFill>
                  <a:srgbClr val="657083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850" b="0">
                <a:solidFill>
                  <a:srgbClr val="657083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850" b="0">
                <a:solidFill>
                  <a:srgbClr val="657083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850" b="0">
                <a:solidFill>
                  <a:srgbClr val="657083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ctr">
              <a:defRPr sz="2850" b="0">
                <a:solidFill>
                  <a:srgbClr val="657083"/>
                </a:solidFill>
                <a:latin typeface="Segoe UI"/>
                <a:ea typeface="Segoe UI"/>
                <a:cs typeface="Segoe UI"/>
              </a:defRPr>
            </a:pPr>
            <a:r>
              <a:rPr sz="2850" b="0" dirty="0" err="1">
                <a:solidFill>
                  <a:srgbClr val="657083"/>
                </a:solidFill>
                <a:latin typeface="Segoe UI"/>
                <a:ea typeface="Segoe UI"/>
                <a:cs typeface="Segoe UI"/>
              </a:rPr>
              <a:t>Место</a:t>
            </a:r>
            <a:r>
              <a:rPr sz="2850" b="0" dirty="0">
                <a:solidFill>
                  <a:srgbClr val="657083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850" b="0" dirty="0" err="1">
                <a:solidFill>
                  <a:srgbClr val="657083"/>
                </a:solidFill>
                <a:latin typeface="Segoe UI"/>
                <a:ea typeface="Segoe UI"/>
                <a:cs typeface="Segoe UI"/>
              </a:rPr>
              <a:t>для</a:t>
            </a:r>
            <a:endParaRPr sz="2850" b="0" dirty="0">
              <a:solidFill>
                <a:srgbClr val="657083"/>
              </a:solidFill>
              <a:latin typeface="Segoe UI"/>
              <a:ea typeface="Segoe UI"/>
              <a:cs typeface="Segoe UI"/>
            </a:endParaRPr>
          </a:p>
          <a:p>
            <a:pPr algn="ctr">
              <a:defRPr sz="2850" b="0">
                <a:solidFill>
                  <a:srgbClr val="657083"/>
                </a:solidFill>
                <a:latin typeface="Segoe UI"/>
                <a:ea typeface="Segoe UI"/>
                <a:cs typeface="Segoe UI"/>
              </a:defRPr>
            </a:pPr>
            <a:r>
              <a:rPr sz="2850" b="0" dirty="0">
                <a:solidFill>
                  <a:srgbClr val="657083"/>
                </a:solidFill>
                <a:latin typeface="Segoe UI"/>
                <a:ea typeface="Segoe UI"/>
                <a:cs typeface="Segoe UI"/>
              </a:rPr>
              <a:t>QR-</a:t>
            </a:r>
            <a:r>
              <a:rPr sz="2850" b="0" dirty="0" err="1">
                <a:solidFill>
                  <a:srgbClr val="657083"/>
                </a:solidFill>
                <a:latin typeface="Segoe UI"/>
                <a:ea typeface="Segoe UI"/>
                <a:cs typeface="Segoe UI"/>
              </a:rPr>
              <a:t>кода</a:t>
            </a:r>
            <a:r>
              <a:rPr sz="2850" b="0" dirty="0">
                <a:solidFill>
                  <a:srgbClr val="657083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850" b="0" dirty="0" err="1">
                <a:solidFill>
                  <a:srgbClr val="657083"/>
                </a:solidFill>
                <a:latin typeface="Segoe UI"/>
                <a:ea typeface="Segoe UI"/>
                <a:cs typeface="Segoe UI"/>
              </a:rPr>
              <a:t>бота</a:t>
            </a:r>
            <a:endParaRPr sz="2850" b="0" dirty="0">
              <a:solidFill>
                <a:srgbClr val="657083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235C766C-7F0B-48E7-A168-11C681B0A0A3}"/>
              </a:ext>
            </a:extLst>
          </p:cNvPr>
          <p:cNvSpPr>
            <a:spLocks noGrp="1"/>
          </p:cNvSpPr>
          <p:nvPr/>
        </p:nvSpPr>
        <p:spPr>
          <a:xfrm>
            <a:off x="8801100" y="7296150"/>
            <a:ext cx="54292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262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62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62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62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62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62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62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62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62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62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ctr">
              <a:defRPr sz="262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pPr>
            <a:endParaRPr sz="2625" b="1" dirty="0">
              <a:solidFill>
                <a:srgbClr val="F7F8FD"/>
              </a:solidFill>
              <a:latin typeface="Segoe UI"/>
              <a:ea typeface="Segoe UI"/>
              <a:cs typeface="Segoe UI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DFD4DC38-891F-4F0B-8B1D-3B185CF028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8086" y="1416676"/>
            <a:ext cx="5455277" cy="545084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EF3DF8B-24CA-4A94-AAE3-730B506F043A}"/>
              </a:ext>
            </a:extLst>
          </p:cNvPr>
          <p:cNvSpPr txBox="1"/>
          <p:nvPr/>
        </p:nvSpPr>
        <p:spPr>
          <a:xfrm>
            <a:off x="9771273" y="629305"/>
            <a:ext cx="77283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@id2900008327_bot</a:t>
            </a:r>
            <a:endParaRPr lang="ru-RU" sz="28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739364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80A12"/>
            </a:gs>
            <a:gs pos="100000">
              <a:srgbClr val="111326"/>
            </a:gs>
          </a:gsLst>
          <a:lin ang="198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id="{5CFE6F97-6963-48A0-A360-9B89BC637AE7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7048500" y="4819650"/>
            <a:ext cx="1143000" cy="0"/>
          </a:xfrm>
          <a:prstGeom prst="straightConnector1">
            <a:avLst/>
          </a:prstGeom>
          <a:ln w="14288">
            <a:solidFill>
              <a:srgbClr val="7C8DF9"/>
            </a:solidFill>
            <a:prstDash val="solid"/>
          </a:ln>
        </p:spPr>
      </p:cxnSp>
      <p:sp>
        <p:nvSpPr>
          <p:cNvPr id="15" name="text-11">
            <a:extLst>
              <a:ext uri="{FF2B5EF4-FFF2-40B4-BE49-F238E27FC236}">
                <a16:creationId xmlns:a16="http://schemas.microsoft.com/office/drawing/2014/main" id="{446B6881-0FCA-4D1E-AAA7-B2D934304FC2}"/>
              </a:ext>
            </a:extLst>
          </p:cNvPr>
          <p:cNvSpPr>
            <a:spLocks noGrp="1"/>
          </p:cNvSpPr>
          <p:nvPr/>
        </p:nvSpPr>
        <p:spPr>
          <a:xfrm>
            <a:off x="13811250" y="7981950"/>
            <a:ext cx="666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defPPr>
            <a:lvl1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1pPr>
            <a:lvl2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2pPr>
            <a:lvl3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3pPr>
            <a:lvl4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4pPr>
            <a:lvl5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5pPr>
            <a:lvl6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6pPr>
            <a:lvl7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7pPr>
            <a:lvl8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8pPr>
            <a:lvl9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75819A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2" name="text-12">
            <a:extLst>
              <a:ext uri="{FF2B5EF4-FFF2-40B4-BE49-F238E27FC236}">
                <a16:creationId xmlns:a16="http://schemas.microsoft.com/office/drawing/2014/main" id="{FA4B6D81-DEF3-4DC9-92EC-01F132A55DC9}"/>
              </a:ext>
            </a:extLst>
          </p:cNvPr>
          <p:cNvSpPr>
            <a:spLocks noGrp="1"/>
          </p:cNvSpPr>
          <p:nvPr/>
        </p:nvSpPr>
        <p:spPr>
          <a:xfrm>
            <a:off x="762000" y="600075"/>
            <a:ext cx="13716000" cy="15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450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defPPr>
            <a:lvl1pPr>
              <a:defRPr sz="450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1pPr>
            <a:lvl2pPr>
              <a:defRPr sz="450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2pPr>
            <a:lvl3pPr>
              <a:defRPr sz="450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3pPr>
            <a:lvl4pPr>
              <a:defRPr sz="450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4pPr>
            <a:lvl5pPr>
              <a:defRPr sz="450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5pPr>
            <a:lvl6pPr>
              <a:defRPr sz="450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6pPr>
            <a:lvl7pPr>
              <a:defRPr sz="450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7pPr>
            <a:lvl8pPr>
              <a:defRPr sz="450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8pPr>
            <a:lvl9pPr>
              <a:defRPr sz="450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450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pPr>
            <a:r>
              <a:rPr sz="4500" b="1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HR </a:t>
            </a:r>
            <a:r>
              <a:rPr sz="4500" b="1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должен</a:t>
            </a:r>
            <a:r>
              <a:rPr sz="4500" b="1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4500" b="1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работать</a:t>
            </a:r>
            <a:r>
              <a:rPr sz="4500" b="1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4500" b="1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с</a:t>
            </a:r>
            <a:r>
              <a:rPr sz="4500" b="1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4500" b="1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людьми</a:t>
            </a:r>
            <a:r>
              <a:rPr sz="4500" b="1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,</a:t>
            </a:r>
          </a:p>
          <a:p>
            <a:pPr>
              <a:defRPr sz="450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pPr>
            <a:r>
              <a:rPr sz="4500" b="1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а</a:t>
            </a:r>
            <a:r>
              <a:rPr sz="4500" b="1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4500" b="1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не</a:t>
            </a:r>
            <a:r>
              <a:rPr sz="4500" b="1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4500" b="1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искать</a:t>
            </a:r>
            <a:r>
              <a:rPr sz="4500" b="1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4500" b="1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ответы</a:t>
            </a:r>
            <a:r>
              <a:rPr sz="4500" b="1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4500" b="1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в</a:t>
            </a:r>
            <a:r>
              <a:rPr sz="4500" b="1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4500" b="1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документах</a:t>
            </a:r>
            <a:endParaRPr sz="4500" b="1" dirty="0">
              <a:solidFill>
                <a:srgbClr val="F7F8FD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" name="surface-13">
            <a:extLst>
              <a:ext uri="{FF2B5EF4-FFF2-40B4-BE49-F238E27FC236}">
                <a16:creationId xmlns:a16="http://schemas.microsoft.com/office/drawing/2014/main" id="{43C33FF2-7C61-4A1C-AF1A-C5F77748BFBE}"/>
              </a:ext>
            </a:extLst>
          </p:cNvPr>
          <p:cNvSpPr>
            <a:spLocks noGrp="1"/>
          </p:cNvSpPr>
          <p:nvPr/>
        </p:nvSpPr>
        <p:spPr>
          <a:xfrm>
            <a:off x="762000" y="2800350"/>
            <a:ext cx="6286500" cy="4038600"/>
          </a:xfrm>
          <a:prstGeom prst="roundRect">
            <a:avLst>
              <a:gd name="adj" fmla="val 5660"/>
            </a:avLst>
          </a:prstGeom>
          <a:gradFill>
            <a:gsLst>
              <a:gs pos="0">
                <a:srgbClr val="171B28"/>
              </a:gs>
              <a:gs pos="100000">
                <a:srgbClr val="131621"/>
              </a:gs>
            </a:gsLst>
            <a:lin ang="1500000"/>
          </a:gradFill>
          <a:ln w="11430">
            <a:solidFill>
              <a:srgbClr val="3C4054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4" name="surface-14">
            <a:extLst>
              <a:ext uri="{FF2B5EF4-FFF2-40B4-BE49-F238E27FC236}">
                <a16:creationId xmlns:a16="http://schemas.microsoft.com/office/drawing/2014/main" id="{83DF0CBE-1341-4AED-BB9B-F78F3EDE5DEA}"/>
              </a:ext>
            </a:extLst>
          </p:cNvPr>
          <p:cNvSpPr>
            <a:spLocks noGrp="1"/>
          </p:cNvSpPr>
          <p:nvPr/>
        </p:nvSpPr>
        <p:spPr>
          <a:xfrm>
            <a:off x="8191500" y="2800350"/>
            <a:ext cx="6286500" cy="4038600"/>
          </a:xfrm>
          <a:prstGeom prst="roundRect">
            <a:avLst>
              <a:gd name="adj" fmla="val 5660"/>
            </a:avLst>
          </a:prstGeom>
          <a:gradFill>
            <a:gsLst>
              <a:gs pos="0">
                <a:srgbClr val="192345"/>
              </a:gs>
              <a:gs pos="100000">
                <a:srgbClr val="201A38"/>
              </a:gs>
            </a:gsLst>
            <a:lin ang="1500000"/>
          </a:gradFill>
          <a:ln w="11430">
            <a:solidFill>
              <a:srgbClr val="5A63A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6" name="text-15">
            <a:extLst>
              <a:ext uri="{FF2B5EF4-FFF2-40B4-BE49-F238E27FC236}">
                <a16:creationId xmlns:a16="http://schemas.microsoft.com/office/drawing/2014/main" id="{BC50A3B0-E8C1-41CC-82C8-35CCA00C42EB}"/>
              </a:ext>
            </a:extLst>
          </p:cNvPr>
          <p:cNvSpPr>
            <a:spLocks noGrp="1"/>
          </p:cNvSpPr>
          <p:nvPr/>
        </p:nvSpPr>
        <p:spPr>
          <a:xfrm>
            <a:off x="1162050" y="3209925"/>
            <a:ext cx="5429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3225" b="1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defPPr>
            <a:lvl1pPr>
              <a:defRPr sz="3225" b="1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1pPr>
            <a:lvl2pPr>
              <a:defRPr sz="3225" b="1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2pPr>
            <a:lvl3pPr>
              <a:defRPr sz="3225" b="1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3pPr>
            <a:lvl4pPr>
              <a:defRPr sz="3225" b="1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4pPr>
            <a:lvl5pPr>
              <a:defRPr sz="3225" b="1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5pPr>
            <a:lvl6pPr>
              <a:defRPr sz="3225" b="1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6pPr>
            <a:lvl7pPr>
              <a:defRPr sz="3225" b="1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7pPr>
            <a:lvl8pPr>
              <a:defRPr sz="3225" b="1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8pPr>
            <a:lvl9pPr>
              <a:defRPr sz="3225" b="1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3225" b="1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A8B1C4"/>
                </a:solidFill>
                <a:latin typeface="Segoe UI"/>
                <a:ea typeface="Segoe UI"/>
                <a:cs typeface="Segoe UI"/>
              </a:rPr>
              <a:t>Рутина HR</a:t>
            </a:r>
          </a:p>
        </p:txBody>
      </p:sp>
      <p:sp>
        <p:nvSpPr>
          <p:cNvPr id="7" name="text-16">
            <a:extLst>
              <a:ext uri="{FF2B5EF4-FFF2-40B4-BE49-F238E27FC236}">
                <a16:creationId xmlns:a16="http://schemas.microsoft.com/office/drawing/2014/main" id="{77F2979B-7388-4741-8740-46357E01EBB5}"/>
              </a:ext>
            </a:extLst>
          </p:cNvPr>
          <p:cNvSpPr>
            <a:spLocks noGrp="1"/>
          </p:cNvSpPr>
          <p:nvPr/>
        </p:nvSpPr>
        <p:spPr>
          <a:xfrm>
            <a:off x="8591550" y="3209925"/>
            <a:ext cx="5429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3225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defPPr>
            <a:lvl1pPr>
              <a:defRPr sz="3225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1pPr>
            <a:lvl2pPr>
              <a:defRPr sz="3225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2pPr>
            <a:lvl3pPr>
              <a:defRPr sz="3225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3pPr>
            <a:lvl4pPr>
              <a:defRPr sz="3225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4pPr>
            <a:lvl5pPr>
              <a:defRPr sz="3225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5pPr>
            <a:lvl6pPr>
              <a:defRPr sz="3225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6pPr>
            <a:lvl7pPr>
              <a:defRPr sz="3225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7pPr>
            <a:lvl8pPr>
              <a:defRPr sz="3225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8pPr>
            <a:lvl9pPr>
              <a:defRPr sz="3225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3225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8399FF"/>
                </a:solidFill>
                <a:latin typeface="Segoe UI"/>
                <a:ea typeface="Segoe UI"/>
                <a:cs typeface="Segoe UI"/>
              </a:rPr>
              <a:t>AI-бот</a:t>
            </a:r>
          </a:p>
        </p:txBody>
      </p:sp>
      <p:sp>
        <p:nvSpPr>
          <p:cNvPr id="8" name="text-17">
            <a:extLst>
              <a:ext uri="{FF2B5EF4-FFF2-40B4-BE49-F238E27FC236}">
                <a16:creationId xmlns:a16="http://schemas.microsoft.com/office/drawing/2014/main" id="{F9B6DD36-77E9-44A5-8445-56A5997AB945}"/>
              </a:ext>
            </a:extLst>
          </p:cNvPr>
          <p:cNvSpPr>
            <a:spLocks noGrp="1"/>
          </p:cNvSpPr>
          <p:nvPr/>
        </p:nvSpPr>
        <p:spPr>
          <a:xfrm>
            <a:off x="1162050" y="4497651"/>
            <a:ext cx="54673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defPPr>
            <a:lvl1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1pPr>
            <a:lvl2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2pPr>
            <a:lvl3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3pPr>
            <a:lvl4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4pPr>
            <a:lvl5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5pPr>
            <a:lvl6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6pPr>
            <a:lvl7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7pPr>
            <a:lvl8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8pPr>
            <a:lvl9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pPr>
            <a:r>
              <a:rPr sz="2325" b="0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Одни</a:t>
            </a:r>
            <a:r>
              <a:rPr sz="2325" b="0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325" b="0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и</a:t>
            </a:r>
            <a:r>
              <a:rPr sz="2325" b="0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325" b="0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те</a:t>
            </a:r>
            <a:r>
              <a:rPr sz="2325" b="0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325" b="0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же</a:t>
            </a:r>
            <a:r>
              <a:rPr sz="2325" b="0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325" b="0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вопросы</a:t>
            </a:r>
            <a:endParaRPr sz="2325" b="0" dirty="0">
              <a:solidFill>
                <a:srgbClr val="F7F8FD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9" name="text-18">
            <a:extLst>
              <a:ext uri="{FF2B5EF4-FFF2-40B4-BE49-F238E27FC236}">
                <a16:creationId xmlns:a16="http://schemas.microsoft.com/office/drawing/2014/main" id="{94D8BF90-DAF0-49D9-BCE6-0F1E627369F4}"/>
              </a:ext>
            </a:extLst>
          </p:cNvPr>
          <p:cNvSpPr>
            <a:spLocks noGrp="1"/>
          </p:cNvSpPr>
          <p:nvPr/>
        </p:nvSpPr>
        <p:spPr>
          <a:xfrm>
            <a:off x="1162050" y="5183451"/>
            <a:ext cx="54673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defPPr>
            <a:lvl1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1pPr>
            <a:lvl2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2pPr>
            <a:lvl3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3pPr>
            <a:lvl4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4pPr>
            <a:lvl5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5pPr>
            <a:lvl6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6pPr>
            <a:lvl7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7pPr>
            <a:lvl8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8pPr>
            <a:lvl9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pPr>
            <a:endParaRPr sz="2325" b="0" dirty="0">
              <a:solidFill>
                <a:srgbClr val="F7F8FD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0" name="text-19">
            <a:extLst>
              <a:ext uri="{FF2B5EF4-FFF2-40B4-BE49-F238E27FC236}">
                <a16:creationId xmlns:a16="http://schemas.microsoft.com/office/drawing/2014/main" id="{E7744435-8247-494A-BA51-FAA3DC39C21C}"/>
              </a:ext>
            </a:extLst>
          </p:cNvPr>
          <p:cNvSpPr>
            <a:spLocks noGrp="1"/>
          </p:cNvSpPr>
          <p:nvPr/>
        </p:nvSpPr>
        <p:spPr>
          <a:xfrm>
            <a:off x="1123950" y="5216731"/>
            <a:ext cx="54673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defPPr>
            <a:lvl1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1pPr>
            <a:lvl2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2pPr>
            <a:lvl3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3pPr>
            <a:lvl4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4pPr>
            <a:lvl5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5pPr>
            <a:lvl6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6pPr>
            <a:lvl7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7pPr>
            <a:lvl8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8pPr>
            <a:lvl9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pPr>
            <a:r>
              <a:rPr sz="2325" b="0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Время</a:t>
            </a:r>
            <a:r>
              <a:rPr sz="2325" b="0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325" b="0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уходит</a:t>
            </a:r>
            <a:r>
              <a:rPr sz="2325" b="0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325" b="0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на</a:t>
            </a:r>
            <a:r>
              <a:rPr sz="2325" b="0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325" b="0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ответы</a:t>
            </a:r>
            <a:endParaRPr sz="2325" b="0" dirty="0">
              <a:solidFill>
                <a:srgbClr val="F7F8FD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1" name="text-20">
            <a:extLst>
              <a:ext uri="{FF2B5EF4-FFF2-40B4-BE49-F238E27FC236}">
                <a16:creationId xmlns:a16="http://schemas.microsoft.com/office/drawing/2014/main" id="{5509C287-3DE7-438A-8E61-E83B80EFACC4}"/>
              </a:ext>
            </a:extLst>
          </p:cNvPr>
          <p:cNvSpPr>
            <a:spLocks noGrp="1"/>
          </p:cNvSpPr>
          <p:nvPr/>
        </p:nvSpPr>
        <p:spPr>
          <a:xfrm>
            <a:off x="8591550" y="4333875"/>
            <a:ext cx="54673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defPPr>
            <a:lvl1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1pPr>
            <a:lvl2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2pPr>
            <a:lvl3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3pPr>
            <a:lvl4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4pPr>
            <a:lvl5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5pPr>
            <a:lvl6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6pPr>
            <a:lvl7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7pPr>
            <a:lvl8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8pPr>
            <a:lvl9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Типовые ответы автоматически</a:t>
            </a:r>
          </a:p>
        </p:txBody>
      </p:sp>
      <p:sp>
        <p:nvSpPr>
          <p:cNvPr id="12" name="text-21">
            <a:extLst>
              <a:ext uri="{FF2B5EF4-FFF2-40B4-BE49-F238E27FC236}">
                <a16:creationId xmlns:a16="http://schemas.microsoft.com/office/drawing/2014/main" id="{0F250C9C-51FD-4435-8024-59C76E0094B2}"/>
              </a:ext>
            </a:extLst>
          </p:cNvPr>
          <p:cNvSpPr>
            <a:spLocks noGrp="1"/>
          </p:cNvSpPr>
          <p:nvPr/>
        </p:nvSpPr>
        <p:spPr>
          <a:xfrm>
            <a:off x="8591550" y="5019675"/>
            <a:ext cx="54673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defPPr>
            <a:lvl1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1pPr>
            <a:lvl2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2pPr>
            <a:lvl3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3pPr>
            <a:lvl4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4pPr>
            <a:lvl5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5pPr>
            <a:lvl6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6pPr>
            <a:lvl7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7pPr>
            <a:lvl8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8pPr>
            <a:lvl9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Корпоративная база знаний</a:t>
            </a:r>
          </a:p>
        </p:txBody>
      </p:sp>
      <p:sp>
        <p:nvSpPr>
          <p:cNvPr id="13" name="text-22">
            <a:extLst>
              <a:ext uri="{FF2B5EF4-FFF2-40B4-BE49-F238E27FC236}">
                <a16:creationId xmlns:a16="http://schemas.microsoft.com/office/drawing/2014/main" id="{655C9AA9-2D88-4359-9176-B82715F58645}"/>
              </a:ext>
            </a:extLst>
          </p:cNvPr>
          <p:cNvSpPr>
            <a:spLocks noGrp="1"/>
          </p:cNvSpPr>
          <p:nvPr/>
        </p:nvSpPr>
        <p:spPr>
          <a:xfrm>
            <a:off x="8591550" y="5705475"/>
            <a:ext cx="54673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defPPr>
            <a:lvl1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1pPr>
            <a:lvl2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2pPr>
            <a:lvl3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3pPr>
            <a:lvl4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4pPr>
            <a:lvl5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5pPr>
            <a:lvl6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6pPr>
            <a:lvl7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7pPr>
            <a:lvl8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8pPr>
            <a:lvl9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325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pPr>
            <a:r>
              <a:rPr sz="2325" b="0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Больше</a:t>
            </a:r>
            <a:r>
              <a:rPr sz="2325" b="0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325" b="0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времени</a:t>
            </a:r>
            <a:r>
              <a:rPr sz="2325" b="0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325" b="0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на</a:t>
            </a:r>
            <a:r>
              <a:rPr sz="2325" b="0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325" b="0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людей</a:t>
            </a:r>
            <a:r>
              <a:rPr lang="en-US" sz="2325" b="0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 </a:t>
            </a:r>
            <a:endParaRPr sz="2325" b="0" dirty="0">
              <a:solidFill>
                <a:srgbClr val="F7F8FD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4" name="text-23">
            <a:extLst>
              <a:ext uri="{FF2B5EF4-FFF2-40B4-BE49-F238E27FC236}">
                <a16:creationId xmlns:a16="http://schemas.microsoft.com/office/drawing/2014/main" id="{44092087-1E1F-4687-96EC-A4925888B4C5}"/>
              </a:ext>
            </a:extLst>
          </p:cNvPr>
          <p:cNvSpPr>
            <a:spLocks noGrp="1"/>
          </p:cNvSpPr>
          <p:nvPr/>
        </p:nvSpPr>
        <p:spPr>
          <a:xfrm>
            <a:off x="762000" y="7467600"/>
            <a:ext cx="127635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325" b="1">
                <a:solidFill>
                  <a:srgbClr val="B591FF"/>
                </a:solidFill>
                <a:latin typeface="Segoe UI"/>
                <a:ea typeface="Segoe UI"/>
                <a:cs typeface="Segoe UI"/>
              </a:defRPr>
            </a:defPPr>
            <a:lvl1pPr>
              <a:defRPr sz="2325" b="1">
                <a:solidFill>
                  <a:srgbClr val="B591FF"/>
                </a:solidFill>
                <a:latin typeface="Segoe UI"/>
                <a:ea typeface="Segoe UI"/>
                <a:cs typeface="Segoe UI"/>
              </a:defRPr>
            </a:lvl1pPr>
            <a:lvl2pPr>
              <a:defRPr sz="2325" b="1">
                <a:solidFill>
                  <a:srgbClr val="B591FF"/>
                </a:solidFill>
                <a:latin typeface="Segoe UI"/>
                <a:ea typeface="Segoe UI"/>
                <a:cs typeface="Segoe UI"/>
              </a:defRPr>
            </a:lvl2pPr>
            <a:lvl3pPr>
              <a:defRPr sz="2325" b="1">
                <a:solidFill>
                  <a:srgbClr val="B591FF"/>
                </a:solidFill>
                <a:latin typeface="Segoe UI"/>
                <a:ea typeface="Segoe UI"/>
                <a:cs typeface="Segoe UI"/>
              </a:defRPr>
            </a:lvl3pPr>
            <a:lvl4pPr>
              <a:defRPr sz="2325" b="1">
                <a:solidFill>
                  <a:srgbClr val="B591FF"/>
                </a:solidFill>
                <a:latin typeface="Segoe UI"/>
                <a:ea typeface="Segoe UI"/>
                <a:cs typeface="Segoe UI"/>
              </a:defRPr>
            </a:lvl4pPr>
            <a:lvl5pPr>
              <a:defRPr sz="2325" b="1">
                <a:solidFill>
                  <a:srgbClr val="B591FF"/>
                </a:solidFill>
                <a:latin typeface="Segoe UI"/>
                <a:ea typeface="Segoe UI"/>
                <a:cs typeface="Segoe UI"/>
              </a:defRPr>
            </a:lvl5pPr>
            <a:lvl6pPr>
              <a:defRPr sz="2325" b="1">
                <a:solidFill>
                  <a:srgbClr val="B591FF"/>
                </a:solidFill>
                <a:latin typeface="Segoe UI"/>
                <a:ea typeface="Segoe UI"/>
                <a:cs typeface="Segoe UI"/>
              </a:defRPr>
            </a:lvl6pPr>
            <a:lvl7pPr>
              <a:defRPr sz="2325" b="1">
                <a:solidFill>
                  <a:srgbClr val="B591FF"/>
                </a:solidFill>
                <a:latin typeface="Segoe UI"/>
                <a:ea typeface="Segoe UI"/>
                <a:cs typeface="Segoe UI"/>
              </a:defRPr>
            </a:lvl7pPr>
            <a:lvl8pPr>
              <a:defRPr sz="2325" b="1">
                <a:solidFill>
                  <a:srgbClr val="B591FF"/>
                </a:solidFill>
                <a:latin typeface="Segoe UI"/>
                <a:ea typeface="Segoe UI"/>
                <a:cs typeface="Segoe UI"/>
              </a:defRPr>
            </a:lvl8pPr>
            <a:lvl9pPr>
              <a:defRPr sz="2325" b="1">
                <a:solidFill>
                  <a:srgbClr val="B591FF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325" b="1">
                <a:solidFill>
                  <a:srgbClr val="B591FF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B591FF"/>
                </a:solidFill>
                <a:latin typeface="Segoe UI"/>
                <a:ea typeface="Segoe UI"/>
                <a:cs typeface="Segoe UI"/>
              </a:rPr>
              <a:t>Сложный вопрос получает специалист</a:t>
            </a:r>
          </a:p>
        </p:txBody>
      </p:sp>
      <p:sp>
        <p:nvSpPr>
          <p:cNvPr id="16" name="surface-7">
            <a:extLst>
              <a:ext uri="{FF2B5EF4-FFF2-40B4-BE49-F238E27FC236}">
                <a16:creationId xmlns:a16="http://schemas.microsoft.com/office/drawing/2014/main" id="{BC9A7725-9E19-A96B-1CB1-070E7ACA22D2}"/>
              </a:ext>
            </a:extLst>
          </p:cNvPr>
          <p:cNvSpPr>
            <a:spLocks noGrp="1"/>
          </p:cNvSpPr>
          <p:nvPr/>
        </p:nvSpPr>
        <p:spPr>
          <a:xfrm>
            <a:off x="12179300" y="283876"/>
            <a:ext cx="2298700" cy="2333625"/>
          </a:xfrm>
          <a:prstGeom prst="roundRect">
            <a:avLst>
              <a:gd name="adj" fmla="val 5051"/>
            </a:avLst>
          </a:prstGeom>
          <a:gradFill>
            <a:gsLst>
              <a:gs pos="0">
                <a:srgbClr val="27324A"/>
              </a:gs>
              <a:gs pos="100000">
                <a:srgbClr val="2B2042"/>
              </a:gs>
            </a:gsLst>
            <a:lin ang="1500000"/>
          </a:gradFill>
          <a:ln w="11430">
            <a:solidFill>
              <a:srgbClr val="6D6CF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108F889D-D7D3-3E1F-EA56-D9AC01003B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3647" y="363138"/>
            <a:ext cx="2220415" cy="217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0327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80A12"/>
            </a:gs>
            <a:gs pos="100000">
              <a:srgbClr val="111326"/>
            </a:gs>
          </a:gsLst>
          <a:lin ang="198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-24">
            <a:extLst>
              <a:ext uri="{FF2B5EF4-FFF2-40B4-BE49-F238E27FC236}">
                <a16:creationId xmlns:a16="http://schemas.microsoft.com/office/drawing/2014/main" id="{E05F543E-D5E6-4819-B507-BD33DC1E5028}"/>
              </a:ext>
            </a:extLst>
          </p:cNvPr>
          <p:cNvSpPr>
            <a:spLocks noGrp="1"/>
          </p:cNvSpPr>
          <p:nvPr/>
        </p:nvSpPr>
        <p:spPr>
          <a:xfrm>
            <a:off x="13811250" y="7981950"/>
            <a:ext cx="666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defPPr>
            <a:lvl1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1pPr>
            <a:lvl2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2pPr>
            <a:lvl3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3pPr>
            <a:lvl4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4pPr>
            <a:lvl5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5pPr>
            <a:lvl6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6pPr>
            <a:lvl7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7pPr>
            <a:lvl8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8pPr>
            <a:lvl9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75819A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2" name="text-25">
            <a:extLst>
              <a:ext uri="{FF2B5EF4-FFF2-40B4-BE49-F238E27FC236}">
                <a16:creationId xmlns:a16="http://schemas.microsoft.com/office/drawing/2014/main" id="{1BED60AB-84B3-4F03-83F3-E4B8C5A49682}"/>
              </a:ext>
            </a:extLst>
          </p:cNvPr>
          <p:cNvSpPr>
            <a:spLocks noGrp="1"/>
          </p:cNvSpPr>
          <p:nvPr/>
        </p:nvSpPr>
        <p:spPr>
          <a:xfrm>
            <a:off x="762000" y="600075"/>
            <a:ext cx="13716000" cy="15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480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defPPr>
            <a:lvl1pPr>
              <a:defRPr sz="480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1pPr>
            <a:lvl2pPr>
              <a:defRPr sz="480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2pPr>
            <a:lvl3pPr>
              <a:defRPr sz="480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3pPr>
            <a:lvl4pPr>
              <a:defRPr sz="480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4pPr>
            <a:lvl5pPr>
              <a:defRPr sz="480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5pPr>
            <a:lvl6pPr>
              <a:defRPr sz="480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6pPr>
            <a:lvl7pPr>
              <a:defRPr sz="480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7pPr>
            <a:lvl8pPr>
              <a:defRPr sz="480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8pPr>
            <a:lvl9pPr>
              <a:defRPr sz="480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480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pPr>
            <a:r>
              <a:rPr sz="4800" b="1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Не</a:t>
            </a:r>
            <a:r>
              <a:rPr sz="4800" b="1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4800" b="1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просто</a:t>
            </a:r>
            <a:r>
              <a:rPr sz="4800" b="1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4800" b="1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чат-бот</a:t>
            </a:r>
            <a:r>
              <a:rPr sz="4800" b="1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.</a:t>
            </a:r>
          </a:p>
          <a:p>
            <a:pPr>
              <a:defRPr sz="480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pPr>
            <a:r>
              <a:rPr sz="4800" b="1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Уп</a:t>
            </a:r>
            <a:r>
              <a:rPr lang="ru-RU" sz="4800" b="1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р</a:t>
            </a:r>
            <a:r>
              <a:rPr sz="4800" b="1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авляемая</a:t>
            </a:r>
            <a:r>
              <a:rPr sz="4800" b="1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 AI-</a:t>
            </a:r>
            <a:r>
              <a:rPr sz="4800" b="1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система</a:t>
            </a:r>
            <a:endParaRPr sz="4800" b="1" dirty="0">
              <a:solidFill>
                <a:srgbClr val="F7F8FD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surface-26">
            <a:extLst>
              <a:ext uri="{FF2B5EF4-FFF2-40B4-BE49-F238E27FC236}">
                <a16:creationId xmlns:a16="http://schemas.microsoft.com/office/drawing/2014/main" id="{2C1E59CD-47AA-4909-9EC2-487D78D8366A}"/>
              </a:ext>
            </a:extLst>
          </p:cNvPr>
          <p:cNvSpPr>
            <a:spLocks noGrp="1"/>
          </p:cNvSpPr>
          <p:nvPr/>
        </p:nvSpPr>
        <p:spPr>
          <a:xfrm>
            <a:off x="10877550" y="2790825"/>
            <a:ext cx="3600450" cy="981075"/>
          </a:xfrm>
          <a:prstGeom prst="roundRect">
            <a:avLst>
              <a:gd name="adj" fmla="val 17476"/>
            </a:avLst>
          </a:prstGeom>
          <a:gradFill>
            <a:gsLst>
              <a:gs pos="0">
                <a:srgbClr val="151B2B"/>
              </a:gs>
              <a:gs pos="100000">
                <a:srgbClr val="1C1930"/>
              </a:gs>
            </a:gsLst>
            <a:lin ang="1500000"/>
          </a:gradFill>
          <a:ln w="11430">
            <a:solidFill>
              <a:srgbClr val="343658"/>
            </a:solidFill>
            <a:prstDash val="solid"/>
          </a:ln>
        </p:spPr>
      </p:sp>
      <p:sp>
        <p:nvSpPr>
          <p:cNvPr id="5" name="text-27">
            <a:extLst>
              <a:ext uri="{FF2B5EF4-FFF2-40B4-BE49-F238E27FC236}">
                <a16:creationId xmlns:a16="http://schemas.microsoft.com/office/drawing/2014/main" id="{4D60ACFD-89CA-4AB8-90B5-BEA3F435EDE5}"/>
              </a:ext>
            </a:extLst>
          </p:cNvPr>
          <p:cNvSpPr>
            <a:spLocks noGrp="1"/>
          </p:cNvSpPr>
          <p:nvPr/>
        </p:nvSpPr>
        <p:spPr>
          <a:xfrm>
            <a:off x="11106150" y="2905125"/>
            <a:ext cx="31623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325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defPPr>
            <a:lvl1pPr>
              <a:defRPr sz="2325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1pPr>
            <a:lvl2pPr>
              <a:defRPr sz="2325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2pPr>
            <a:lvl3pPr>
              <a:defRPr sz="2325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3pPr>
            <a:lvl4pPr>
              <a:defRPr sz="2325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4pPr>
            <a:lvl5pPr>
              <a:defRPr sz="2325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5pPr>
            <a:lvl6pPr>
              <a:defRPr sz="2325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6pPr>
            <a:lvl7pPr>
              <a:defRPr sz="2325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7pPr>
            <a:lvl8pPr>
              <a:defRPr sz="2325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8pPr>
            <a:lvl9pPr>
              <a:defRPr sz="2325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325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pPr>
            <a:r>
              <a:rPr sz="2325" b="1" dirty="0" err="1">
                <a:solidFill>
                  <a:srgbClr val="8399FF"/>
                </a:solidFill>
                <a:latin typeface="Segoe UI"/>
                <a:ea typeface="Segoe UI"/>
                <a:cs typeface="Segoe UI"/>
              </a:rPr>
              <a:t>Точность</a:t>
            </a:r>
            <a:endParaRPr sz="2325" b="1" dirty="0">
              <a:solidFill>
                <a:srgbClr val="8399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6" name="text-28">
            <a:extLst>
              <a:ext uri="{FF2B5EF4-FFF2-40B4-BE49-F238E27FC236}">
                <a16:creationId xmlns:a16="http://schemas.microsoft.com/office/drawing/2014/main" id="{50EFF42F-1113-4315-ACA2-059CF43723DC}"/>
              </a:ext>
            </a:extLst>
          </p:cNvPr>
          <p:cNvSpPr>
            <a:spLocks noGrp="1"/>
          </p:cNvSpPr>
          <p:nvPr/>
        </p:nvSpPr>
        <p:spPr>
          <a:xfrm>
            <a:off x="11106150" y="3343275"/>
            <a:ext cx="31623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7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defPPr>
            <a:lvl1pPr>
              <a:defRPr sz="17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1pPr>
            <a:lvl2pPr>
              <a:defRPr sz="17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2pPr>
            <a:lvl3pPr>
              <a:defRPr sz="17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3pPr>
            <a:lvl4pPr>
              <a:defRPr sz="17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4pPr>
            <a:lvl5pPr>
              <a:defRPr sz="17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5pPr>
            <a:lvl6pPr>
              <a:defRPr sz="17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6pPr>
            <a:lvl7pPr>
              <a:defRPr sz="17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7pPr>
            <a:lvl8pPr>
              <a:defRPr sz="17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8pPr>
            <a:lvl9pPr>
              <a:defRPr sz="17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7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A8B1C4"/>
                </a:solidFill>
                <a:latin typeface="Segoe UI"/>
                <a:ea typeface="Segoe UI"/>
                <a:cs typeface="Segoe UI"/>
              </a:rPr>
              <a:t>Ответ по документам</a:t>
            </a:r>
          </a:p>
        </p:txBody>
      </p:sp>
      <p:sp>
        <p:nvSpPr>
          <p:cNvPr id="7" name="surface-29">
            <a:extLst>
              <a:ext uri="{FF2B5EF4-FFF2-40B4-BE49-F238E27FC236}">
                <a16:creationId xmlns:a16="http://schemas.microsoft.com/office/drawing/2014/main" id="{80205195-7D81-4C6B-B30E-F2E1C4B0DF9C}"/>
              </a:ext>
            </a:extLst>
          </p:cNvPr>
          <p:cNvSpPr>
            <a:spLocks noGrp="1"/>
          </p:cNvSpPr>
          <p:nvPr/>
        </p:nvSpPr>
        <p:spPr>
          <a:xfrm>
            <a:off x="10877550" y="3933825"/>
            <a:ext cx="3600450" cy="981075"/>
          </a:xfrm>
          <a:prstGeom prst="roundRect">
            <a:avLst>
              <a:gd name="adj" fmla="val 17476"/>
            </a:avLst>
          </a:prstGeom>
          <a:gradFill>
            <a:gsLst>
              <a:gs pos="0">
                <a:srgbClr val="151B2B"/>
              </a:gs>
              <a:gs pos="100000">
                <a:srgbClr val="1C1930"/>
              </a:gs>
            </a:gsLst>
            <a:lin ang="1500000"/>
          </a:gradFill>
          <a:ln w="11430">
            <a:solidFill>
              <a:srgbClr val="343658"/>
            </a:solidFill>
            <a:prstDash val="solid"/>
          </a:ln>
        </p:spPr>
      </p:sp>
      <p:sp>
        <p:nvSpPr>
          <p:cNvPr id="8" name="text-30">
            <a:extLst>
              <a:ext uri="{FF2B5EF4-FFF2-40B4-BE49-F238E27FC236}">
                <a16:creationId xmlns:a16="http://schemas.microsoft.com/office/drawing/2014/main" id="{C4401A33-F60D-41C3-AE24-34AC94FBEBE5}"/>
              </a:ext>
            </a:extLst>
          </p:cNvPr>
          <p:cNvSpPr>
            <a:spLocks noGrp="1"/>
          </p:cNvSpPr>
          <p:nvPr/>
        </p:nvSpPr>
        <p:spPr>
          <a:xfrm>
            <a:off x="11106150" y="4048125"/>
            <a:ext cx="31623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325" b="1">
                <a:solidFill>
                  <a:srgbClr val="B591FF"/>
                </a:solidFill>
                <a:latin typeface="Segoe UI"/>
                <a:ea typeface="Segoe UI"/>
                <a:cs typeface="Segoe UI"/>
              </a:defRPr>
            </a:defPPr>
            <a:lvl1pPr>
              <a:defRPr sz="2325" b="1">
                <a:solidFill>
                  <a:srgbClr val="B591FF"/>
                </a:solidFill>
                <a:latin typeface="Segoe UI"/>
                <a:ea typeface="Segoe UI"/>
                <a:cs typeface="Segoe UI"/>
              </a:defRPr>
            </a:lvl1pPr>
            <a:lvl2pPr>
              <a:defRPr sz="2325" b="1">
                <a:solidFill>
                  <a:srgbClr val="B591FF"/>
                </a:solidFill>
                <a:latin typeface="Segoe UI"/>
                <a:ea typeface="Segoe UI"/>
                <a:cs typeface="Segoe UI"/>
              </a:defRPr>
            </a:lvl2pPr>
            <a:lvl3pPr>
              <a:defRPr sz="2325" b="1">
                <a:solidFill>
                  <a:srgbClr val="B591FF"/>
                </a:solidFill>
                <a:latin typeface="Segoe UI"/>
                <a:ea typeface="Segoe UI"/>
                <a:cs typeface="Segoe UI"/>
              </a:defRPr>
            </a:lvl3pPr>
            <a:lvl4pPr>
              <a:defRPr sz="2325" b="1">
                <a:solidFill>
                  <a:srgbClr val="B591FF"/>
                </a:solidFill>
                <a:latin typeface="Segoe UI"/>
                <a:ea typeface="Segoe UI"/>
                <a:cs typeface="Segoe UI"/>
              </a:defRPr>
            </a:lvl4pPr>
            <a:lvl5pPr>
              <a:defRPr sz="2325" b="1">
                <a:solidFill>
                  <a:srgbClr val="B591FF"/>
                </a:solidFill>
                <a:latin typeface="Segoe UI"/>
                <a:ea typeface="Segoe UI"/>
                <a:cs typeface="Segoe UI"/>
              </a:defRPr>
            </a:lvl5pPr>
            <a:lvl6pPr>
              <a:defRPr sz="2325" b="1">
                <a:solidFill>
                  <a:srgbClr val="B591FF"/>
                </a:solidFill>
                <a:latin typeface="Segoe UI"/>
                <a:ea typeface="Segoe UI"/>
                <a:cs typeface="Segoe UI"/>
              </a:defRPr>
            </a:lvl6pPr>
            <a:lvl7pPr>
              <a:defRPr sz="2325" b="1">
                <a:solidFill>
                  <a:srgbClr val="B591FF"/>
                </a:solidFill>
                <a:latin typeface="Segoe UI"/>
                <a:ea typeface="Segoe UI"/>
                <a:cs typeface="Segoe UI"/>
              </a:defRPr>
            </a:lvl7pPr>
            <a:lvl8pPr>
              <a:defRPr sz="2325" b="1">
                <a:solidFill>
                  <a:srgbClr val="B591FF"/>
                </a:solidFill>
                <a:latin typeface="Segoe UI"/>
                <a:ea typeface="Segoe UI"/>
                <a:cs typeface="Segoe UI"/>
              </a:defRPr>
            </a:lvl8pPr>
            <a:lvl9pPr>
              <a:defRPr sz="2325" b="1">
                <a:solidFill>
                  <a:srgbClr val="B591FF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325" b="1">
                <a:solidFill>
                  <a:srgbClr val="B591FF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B591FF"/>
                </a:solidFill>
                <a:latin typeface="Segoe UI"/>
                <a:ea typeface="Segoe UI"/>
                <a:cs typeface="Segoe UI"/>
              </a:rPr>
              <a:t>Честность</a:t>
            </a:r>
          </a:p>
        </p:txBody>
      </p:sp>
      <p:sp>
        <p:nvSpPr>
          <p:cNvPr id="9" name="text-31">
            <a:extLst>
              <a:ext uri="{FF2B5EF4-FFF2-40B4-BE49-F238E27FC236}">
                <a16:creationId xmlns:a16="http://schemas.microsoft.com/office/drawing/2014/main" id="{84108BF1-863C-4B1D-B08E-4FEF95060912}"/>
              </a:ext>
            </a:extLst>
          </p:cNvPr>
          <p:cNvSpPr>
            <a:spLocks noGrp="1"/>
          </p:cNvSpPr>
          <p:nvPr/>
        </p:nvSpPr>
        <p:spPr>
          <a:xfrm>
            <a:off x="11106150" y="4486275"/>
            <a:ext cx="31623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7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defPPr>
            <a:lvl1pPr>
              <a:defRPr sz="17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1pPr>
            <a:lvl2pPr>
              <a:defRPr sz="17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2pPr>
            <a:lvl3pPr>
              <a:defRPr sz="17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3pPr>
            <a:lvl4pPr>
              <a:defRPr sz="17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4pPr>
            <a:lvl5pPr>
              <a:defRPr sz="17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5pPr>
            <a:lvl6pPr>
              <a:defRPr sz="17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6pPr>
            <a:lvl7pPr>
              <a:defRPr sz="17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7pPr>
            <a:lvl8pPr>
              <a:defRPr sz="17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8pPr>
            <a:lvl9pPr>
              <a:defRPr sz="17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7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A8B1C4"/>
                </a:solidFill>
                <a:latin typeface="Segoe UI"/>
                <a:ea typeface="Segoe UI"/>
                <a:cs typeface="Segoe UI"/>
              </a:rPr>
              <a:t>Признание нехватки данных</a:t>
            </a:r>
          </a:p>
        </p:txBody>
      </p:sp>
      <p:sp>
        <p:nvSpPr>
          <p:cNvPr id="10" name="surface-32">
            <a:extLst>
              <a:ext uri="{FF2B5EF4-FFF2-40B4-BE49-F238E27FC236}">
                <a16:creationId xmlns:a16="http://schemas.microsoft.com/office/drawing/2014/main" id="{8305CA60-13D6-468F-8763-D775C8DB6A9F}"/>
              </a:ext>
            </a:extLst>
          </p:cNvPr>
          <p:cNvSpPr>
            <a:spLocks noGrp="1"/>
          </p:cNvSpPr>
          <p:nvPr/>
        </p:nvSpPr>
        <p:spPr>
          <a:xfrm>
            <a:off x="10877550" y="5076825"/>
            <a:ext cx="3600450" cy="981075"/>
          </a:xfrm>
          <a:prstGeom prst="roundRect">
            <a:avLst>
              <a:gd name="adj" fmla="val 17476"/>
            </a:avLst>
          </a:prstGeom>
          <a:gradFill>
            <a:gsLst>
              <a:gs pos="0">
                <a:srgbClr val="151B2B"/>
              </a:gs>
              <a:gs pos="100000">
                <a:srgbClr val="1C1930"/>
              </a:gs>
            </a:gsLst>
            <a:lin ang="1500000"/>
          </a:gradFill>
          <a:ln w="11430">
            <a:solidFill>
              <a:srgbClr val="343658"/>
            </a:solidFill>
            <a:prstDash val="solid"/>
          </a:ln>
        </p:spPr>
      </p:sp>
      <p:sp>
        <p:nvSpPr>
          <p:cNvPr id="11" name="text-33">
            <a:extLst>
              <a:ext uri="{FF2B5EF4-FFF2-40B4-BE49-F238E27FC236}">
                <a16:creationId xmlns:a16="http://schemas.microsoft.com/office/drawing/2014/main" id="{79B23941-1C99-484A-956E-9719D8DD51D2}"/>
              </a:ext>
            </a:extLst>
          </p:cNvPr>
          <p:cNvSpPr>
            <a:spLocks noGrp="1"/>
          </p:cNvSpPr>
          <p:nvPr/>
        </p:nvSpPr>
        <p:spPr>
          <a:xfrm>
            <a:off x="11106150" y="5191125"/>
            <a:ext cx="31623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325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defPPr>
            <a:lvl1pPr>
              <a:defRPr sz="2325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1pPr>
            <a:lvl2pPr>
              <a:defRPr sz="2325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2pPr>
            <a:lvl3pPr>
              <a:defRPr sz="2325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3pPr>
            <a:lvl4pPr>
              <a:defRPr sz="2325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4pPr>
            <a:lvl5pPr>
              <a:defRPr sz="2325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5pPr>
            <a:lvl6pPr>
              <a:defRPr sz="2325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6pPr>
            <a:lvl7pPr>
              <a:defRPr sz="2325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7pPr>
            <a:lvl8pPr>
              <a:defRPr sz="2325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8pPr>
            <a:lvl9pPr>
              <a:defRPr sz="2325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325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8399FF"/>
                </a:solidFill>
                <a:latin typeface="Segoe UI"/>
                <a:ea typeface="Segoe UI"/>
                <a:cs typeface="Segoe UI"/>
              </a:rPr>
              <a:t>Скорость</a:t>
            </a:r>
          </a:p>
        </p:txBody>
      </p:sp>
      <p:sp>
        <p:nvSpPr>
          <p:cNvPr id="12" name="text-34">
            <a:extLst>
              <a:ext uri="{FF2B5EF4-FFF2-40B4-BE49-F238E27FC236}">
                <a16:creationId xmlns:a16="http://schemas.microsoft.com/office/drawing/2014/main" id="{544C42D3-AE43-41AB-ADA2-2008BF64E3C4}"/>
              </a:ext>
            </a:extLst>
          </p:cNvPr>
          <p:cNvSpPr>
            <a:spLocks noGrp="1"/>
          </p:cNvSpPr>
          <p:nvPr/>
        </p:nvSpPr>
        <p:spPr>
          <a:xfrm>
            <a:off x="11106150" y="5629275"/>
            <a:ext cx="31623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7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defPPr>
            <a:lvl1pPr>
              <a:defRPr sz="17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1pPr>
            <a:lvl2pPr>
              <a:defRPr sz="17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2pPr>
            <a:lvl3pPr>
              <a:defRPr sz="17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3pPr>
            <a:lvl4pPr>
              <a:defRPr sz="17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4pPr>
            <a:lvl5pPr>
              <a:defRPr sz="17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5pPr>
            <a:lvl6pPr>
              <a:defRPr sz="17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6pPr>
            <a:lvl7pPr>
              <a:defRPr sz="17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7pPr>
            <a:lvl8pPr>
              <a:defRPr sz="17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8pPr>
            <a:lvl9pPr>
              <a:defRPr sz="17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7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A8B1C4"/>
                </a:solidFill>
                <a:latin typeface="Segoe UI"/>
                <a:ea typeface="Segoe UI"/>
                <a:cs typeface="Segoe UI"/>
              </a:rPr>
              <a:t>Время ответа на запрос</a:t>
            </a:r>
          </a:p>
        </p:txBody>
      </p:sp>
      <p:sp>
        <p:nvSpPr>
          <p:cNvPr id="13" name="surface-35">
            <a:extLst>
              <a:ext uri="{FF2B5EF4-FFF2-40B4-BE49-F238E27FC236}">
                <a16:creationId xmlns:a16="http://schemas.microsoft.com/office/drawing/2014/main" id="{1508F3DF-888D-4618-A470-749C7705561F}"/>
              </a:ext>
            </a:extLst>
          </p:cNvPr>
          <p:cNvSpPr>
            <a:spLocks noGrp="1"/>
          </p:cNvSpPr>
          <p:nvPr/>
        </p:nvSpPr>
        <p:spPr>
          <a:xfrm>
            <a:off x="762000" y="6772275"/>
            <a:ext cx="13716000" cy="971550"/>
          </a:xfrm>
          <a:prstGeom prst="roundRect">
            <a:avLst>
              <a:gd name="adj" fmla="val 19608"/>
            </a:avLst>
          </a:prstGeom>
          <a:gradFill>
            <a:gsLst>
              <a:gs pos="0">
                <a:srgbClr val="17203A"/>
              </a:gs>
              <a:gs pos="100000">
                <a:srgbClr val="271B3E"/>
              </a:gs>
            </a:gsLst>
            <a:lin ang="1500000"/>
          </a:gradFill>
          <a:ln w="11430">
            <a:solidFill>
              <a:srgbClr val="4A4773"/>
            </a:solidFill>
            <a:prstDash val="solid"/>
          </a:ln>
        </p:spPr>
      </p:sp>
      <p:sp>
        <p:nvSpPr>
          <p:cNvPr id="14" name="text-36">
            <a:extLst>
              <a:ext uri="{FF2B5EF4-FFF2-40B4-BE49-F238E27FC236}">
                <a16:creationId xmlns:a16="http://schemas.microsoft.com/office/drawing/2014/main" id="{58BF4B89-A3C1-4D7B-9CC4-50A55942648D}"/>
              </a:ext>
            </a:extLst>
          </p:cNvPr>
          <p:cNvSpPr>
            <a:spLocks noGrp="1"/>
          </p:cNvSpPr>
          <p:nvPr/>
        </p:nvSpPr>
        <p:spPr>
          <a:xfrm>
            <a:off x="1047750" y="6905625"/>
            <a:ext cx="131445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5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defPPr>
            <a:lvl1pPr>
              <a:defRPr sz="25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1pPr>
            <a:lvl2pPr>
              <a:defRPr sz="25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2pPr>
            <a:lvl3pPr>
              <a:defRPr sz="25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3pPr>
            <a:lvl4pPr>
              <a:defRPr sz="25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4pPr>
            <a:lvl5pPr>
              <a:defRPr sz="25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5pPr>
            <a:lvl6pPr>
              <a:defRPr sz="25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6pPr>
            <a:lvl7pPr>
              <a:defRPr sz="25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7pPr>
            <a:lvl8pPr>
              <a:defRPr sz="25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8pPr>
            <a:lvl9pPr>
              <a:defRPr sz="25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5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Подключение и миграция существующих баз знаний</a:t>
            </a:r>
          </a:p>
        </p:txBody>
      </p:sp>
      <p:sp>
        <p:nvSpPr>
          <p:cNvPr id="15" name="text-37">
            <a:extLst>
              <a:ext uri="{FF2B5EF4-FFF2-40B4-BE49-F238E27FC236}">
                <a16:creationId xmlns:a16="http://schemas.microsoft.com/office/drawing/2014/main" id="{2252F492-85AF-4738-8CAD-6427A8AAD932}"/>
              </a:ext>
            </a:extLst>
          </p:cNvPr>
          <p:cNvSpPr>
            <a:spLocks noGrp="1"/>
          </p:cNvSpPr>
          <p:nvPr/>
        </p:nvSpPr>
        <p:spPr>
          <a:xfrm>
            <a:off x="1047750" y="7372350"/>
            <a:ext cx="131445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A8B1C4"/>
                </a:solidFill>
                <a:latin typeface="Segoe UI"/>
                <a:ea typeface="Segoe UI"/>
                <a:cs typeface="Segoe UI"/>
              </a:rPr>
              <a:t>Разные корпоративные источники данных через адаптеры</a:t>
            </a:r>
          </a:p>
        </p:txBody>
      </p:sp>
      <p:sp>
        <p:nvSpPr>
          <p:cNvPr id="3" name="surface-7">
            <a:extLst>
              <a:ext uri="{FF2B5EF4-FFF2-40B4-BE49-F238E27FC236}">
                <a16:creationId xmlns:a16="http://schemas.microsoft.com/office/drawing/2014/main" id="{9199A04F-1A7C-B12D-EFE4-1371ACE05437}"/>
              </a:ext>
            </a:extLst>
          </p:cNvPr>
          <p:cNvSpPr>
            <a:spLocks noGrp="1"/>
          </p:cNvSpPr>
          <p:nvPr/>
        </p:nvSpPr>
        <p:spPr>
          <a:xfrm>
            <a:off x="12179300" y="283876"/>
            <a:ext cx="2298700" cy="2333625"/>
          </a:xfrm>
          <a:prstGeom prst="roundRect">
            <a:avLst>
              <a:gd name="adj" fmla="val 5051"/>
            </a:avLst>
          </a:prstGeom>
          <a:gradFill>
            <a:gsLst>
              <a:gs pos="0">
                <a:srgbClr val="27324A"/>
              </a:gs>
              <a:gs pos="100000">
                <a:srgbClr val="2B2042"/>
              </a:gs>
            </a:gsLst>
            <a:lin ang="1500000"/>
          </a:gradFill>
          <a:ln w="11430">
            <a:solidFill>
              <a:srgbClr val="6D6CF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47EFDBD4-259C-D015-384E-2F3B52B84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3647" y="363138"/>
            <a:ext cx="2220415" cy="2175100"/>
          </a:xfrm>
          <a:prstGeom prst="rect">
            <a:avLst/>
          </a:prstGeom>
        </p:spPr>
      </p:pic>
      <p:graphicFrame>
        <p:nvGraphicFramePr>
          <p:cNvPr id="20" name="Таблица 19">
            <a:extLst>
              <a:ext uri="{FF2B5EF4-FFF2-40B4-BE49-F238E27FC236}">
                <a16:creationId xmlns:a16="http://schemas.microsoft.com/office/drawing/2014/main" id="{41708633-50DF-63EA-8C10-6AFEC76F9E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39287"/>
              </p:ext>
            </p:extLst>
          </p:nvPr>
        </p:nvGraphicFramePr>
        <p:xfrm>
          <a:off x="762000" y="2282824"/>
          <a:ext cx="8778420" cy="4251326"/>
        </p:xfrm>
        <a:graphic>
          <a:graphicData uri="http://schemas.openxmlformats.org/drawingml/2006/table">
            <a:tbl>
              <a:tblPr/>
              <a:tblGrid>
                <a:gridCol w="3065480">
                  <a:extLst>
                    <a:ext uri="{9D8B030D-6E8A-4147-A177-3AD203B41FA5}">
                      <a16:colId xmlns:a16="http://schemas.microsoft.com/office/drawing/2014/main" val="1479346062"/>
                    </a:ext>
                  </a:extLst>
                </a:gridCol>
                <a:gridCol w="1897168">
                  <a:extLst>
                    <a:ext uri="{9D8B030D-6E8A-4147-A177-3AD203B41FA5}">
                      <a16:colId xmlns:a16="http://schemas.microsoft.com/office/drawing/2014/main" val="527343123"/>
                    </a:ext>
                  </a:extLst>
                </a:gridCol>
                <a:gridCol w="1907886">
                  <a:extLst>
                    <a:ext uri="{9D8B030D-6E8A-4147-A177-3AD203B41FA5}">
                      <a16:colId xmlns:a16="http://schemas.microsoft.com/office/drawing/2014/main" val="487353228"/>
                    </a:ext>
                  </a:extLst>
                </a:gridCol>
                <a:gridCol w="1907886">
                  <a:extLst>
                    <a:ext uri="{9D8B030D-6E8A-4147-A177-3AD203B41FA5}">
                      <a16:colId xmlns:a16="http://schemas.microsoft.com/office/drawing/2014/main" val="987881294"/>
                    </a:ext>
                  </a:extLst>
                </a:gridCol>
              </a:tblGrid>
              <a:tr h="896291">
                <a:tc>
                  <a:txBody>
                    <a:bodyPr/>
                    <a:lstStyle/>
                    <a:p>
                      <a:pPr algn="l"/>
                      <a:r>
                        <a:rPr lang="ru-RU" sz="1800" b="1" dirty="0">
                          <a:solidFill>
                            <a:srgbClr val="F7F8FD"/>
                          </a:solidFill>
                          <a:latin typeface="Segoe UI"/>
                          <a:ea typeface="Segoe UI"/>
                          <a:cs typeface="Segoe UI"/>
                        </a:rPr>
                        <a:t>Метрика</a:t>
                      </a:r>
                      <a:endParaRPr sz="1800" b="1" dirty="0">
                        <a:solidFill>
                          <a:srgbClr val="F7F8FD"/>
                        </a:solidFill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171450" marR="114300" marT="95250" marB="95250" anchor="ctr">
                    <a:lnL w="6668">
                      <a:solidFill>
                        <a:srgbClr val="303A5F"/>
                      </a:solidFill>
                      <a:prstDash val="solid"/>
                    </a:lnL>
                    <a:lnR w="6668">
                      <a:solidFill>
                        <a:srgbClr val="303A5F"/>
                      </a:solidFill>
                      <a:prstDash val="solid"/>
                    </a:lnR>
                    <a:lnT w="6668">
                      <a:solidFill>
                        <a:srgbClr val="303A5F"/>
                      </a:solidFill>
                      <a:prstDash val="solid"/>
                    </a:lnT>
                    <a:lnB w="6668">
                      <a:solidFill>
                        <a:srgbClr val="303A5F"/>
                      </a:solidFill>
                      <a:prstDash val="solid"/>
                    </a:lnB>
                    <a:solidFill>
                      <a:srgbClr val="1B24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9DA7FF"/>
                          </a:solidFill>
                          <a:latin typeface="Segoe UI"/>
                          <a:ea typeface="Segoe UI"/>
                          <a:cs typeface="Segoe UI"/>
                        </a:rPr>
                        <a:t>Наш вариант</a:t>
                      </a:r>
                    </a:p>
                    <a:p>
                      <a:pPr algn="ctr"/>
                      <a:r>
                        <a:rPr sz="1500" b="1">
                          <a:solidFill>
                            <a:srgbClr val="9DA7FF"/>
                          </a:solidFill>
                          <a:latin typeface="Segoe UI"/>
                          <a:ea typeface="Segoe UI"/>
                          <a:cs typeface="Segoe UI"/>
                        </a:rPr>
                        <a:t>d3-nano 2.2B</a:t>
                      </a:r>
                    </a:p>
                  </a:txBody>
                  <a:tcPr marL="171450" marR="114300" marT="95250" marB="95250" anchor="ctr">
                    <a:lnL w="6668" cap="flat" cmpd="sng" algn="ctr">
                      <a:solidFill>
                        <a:srgbClr val="30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303A5F"/>
                      </a:solidFill>
                      <a:prstDash val="solid"/>
                    </a:lnR>
                    <a:lnT w="6668">
                      <a:solidFill>
                        <a:srgbClr val="303A5F"/>
                      </a:solidFill>
                      <a:prstDash val="solid"/>
                    </a:lnT>
                    <a:lnB w="6668">
                      <a:solidFill>
                        <a:srgbClr val="303A5F"/>
                      </a:solidFill>
                      <a:prstDash val="solid"/>
                    </a:lnB>
                    <a:solidFill>
                      <a:srgbClr val="24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7F8FD"/>
                          </a:solidFill>
                          <a:latin typeface="Segoe UI"/>
                          <a:ea typeface="Segoe UI"/>
                          <a:cs typeface="Segoe UI"/>
                        </a:rPr>
                        <a:t>Qwen3.5-2B</a:t>
                      </a:r>
                    </a:p>
                  </a:txBody>
                  <a:tcPr marL="171450" marR="114300" marT="95250" marB="95250" anchor="ctr">
                    <a:lnL w="6668" cap="flat" cmpd="sng" algn="ctr">
                      <a:solidFill>
                        <a:srgbClr val="30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303A5F"/>
                      </a:solidFill>
                      <a:prstDash val="solid"/>
                    </a:lnR>
                    <a:lnT w="6668">
                      <a:solidFill>
                        <a:srgbClr val="303A5F"/>
                      </a:solidFill>
                      <a:prstDash val="solid"/>
                    </a:lnT>
                    <a:lnB w="6668">
                      <a:solidFill>
                        <a:srgbClr val="303A5F"/>
                      </a:solidFill>
                      <a:prstDash val="solid"/>
                    </a:lnB>
                    <a:solidFill>
                      <a:srgbClr val="1B24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F7F8FD"/>
                          </a:solidFill>
                          <a:latin typeface="Segoe UI"/>
                          <a:ea typeface="Segoe UI"/>
                          <a:cs typeface="Segoe UI"/>
                        </a:rPr>
                        <a:t>Qwen3.5-4B</a:t>
                      </a:r>
                    </a:p>
                  </a:txBody>
                  <a:tcPr marL="171450" marR="114300" marT="95250" marB="95250" anchor="ctr">
                    <a:lnL w="6668" cap="flat" cmpd="sng" algn="ctr">
                      <a:solidFill>
                        <a:srgbClr val="30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303A5F"/>
                      </a:solidFill>
                      <a:prstDash val="solid"/>
                    </a:lnR>
                    <a:lnT w="6668">
                      <a:solidFill>
                        <a:srgbClr val="303A5F"/>
                      </a:solidFill>
                      <a:prstDash val="solid"/>
                    </a:lnT>
                    <a:lnB w="6668">
                      <a:solidFill>
                        <a:srgbClr val="303A5F"/>
                      </a:solidFill>
                      <a:prstDash val="solid"/>
                    </a:lnB>
                    <a:solidFill>
                      <a:srgbClr val="1B24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287908"/>
                  </a:ext>
                </a:extLst>
              </a:tr>
              <a:tr h="859955">
                <a:tc>
                  <a:txBody>
                    <a:bodyPr/>
                    <a:lstStyle/>
                    <a:p>
                      <a:pPr algn="l">
                        <a:spcAft>
                          <a:spcPts val="4"/>
                        </a:spcAft>
                      </a:pPr>
                      <a:r>
                        <a:rPr sz="1500" b="1" dirty="0" err="1">
                          <a:solidFill>
                            <a:srgbClr val="F7F8FD"/>
                          </a:solidFill>
                          <a:latin typeface="Segoe UI"/>
                          <a:ea typeface="Segoe UI"/>
                          <a:cs typeface="Segoe UI"/>
                        </a:rPr>
                        <a:t>Точность</a:t>
                      </a:r>
                      <a:r>
                        <a:rPr sz="1500" b="1" dirty="0">
                          <a:solidFill>
                            <a:srgbClr val="F7F8FD"/>
                          </a:solidFill>
                          <a:latin typeface="Segoe UI"/>
                          <a:ea typeface="Segoe UI"/>
                          <a:cs typeface="Segoe UI"/>
                        </a:rPr>
                        <a:t> «</a:t>
                      </a:r>
                      <a:r>
                        <a:rPr sz="1500" b="1" dirty="0" err="1">
                          <a:solidFill>
                            <a:srgbClr val="F7F8FD"/>
                          </a:solidFill>
                          <a:latin typeface="Segoe UI"/>
                          <a:ea typeface="Segoe UI"/>
                          <a:cs typeface="Segoe UI"/>
                        </a:rPr>
                        <a:t>да</a:t>
                      </a:r>
                      <a:r>
                        <a:rPr sz="1500" b="1" dirty="0">
                          <a:solidFill>
                            <a:srgbClr val="F7F8FD"/>
                          </a:solidFill>
                          <a:latin typeface="Segoe UI"/>
                          <a:ea typeface="Segoe UI"/>
                          <a:cs typeface="Segoe UI"/>
                        </a:rPr>
                        <a:t>»</a:t>
                      </a:r>
                    </a:p>
                    <a:p>
                      <a:pPr algn="l"/>
                      <a:r>
                        <a:rPr sz="1050" b="0" dirty="0" err="1">
                          <a:solidFill>
                            <a:srgbClr val="A8B1C4"/>
                          </a:solidFill>
                          <a:latin typeface="Segoe UI"/>
                          <a:ea typeface="Segoe UI"/>
                          <a:cs typeface="Segoe UI"/>
                        </a:rPr>
                        <a:t>Доля</a:t>
                      </a:r>
                      <a:r>
                        <a:rPr sz="1050" b="0" dirty="0">
                          <a:solidFill>
                            <a:srgbClr val="A8B1C4"/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A8B1C4"/>
                          </a:solidFill>
                          <a:latin typeface="Segoe UI"/>
                          <a:ea typeface="Segoe UI"/>
                          <a:cs typeface="Segoe UI"/>
                        </a:rPr>
                        <a:t>верных</a:t>
                      </a:r>
                      <a:r>
                        <a:rPr sz="1050" b="0" dirty="0">
                          <a:solidFill>
                            <a:srgbClr val="A8B1C4"/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A8B1C4"/>
                          </a:solidFill>
                          <a:latin typeface="Segoe UI"/>
                          <a:ea typeface="Segoe UI"/>
                          <a:cs typeface="Segoe UI"/>
                        </a:rPr>
                        <a:t>среди</a:t>
                      </a:r>
                      <a:r>
                        <a:rPr sz="1050" b="0" dirty="0">
                          <a:solidFill>
                            <a:srgbClr val="A8B1C4"/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A8B1C4"/>
                          </a:solidFill>
                          <a:latin typeface="Segoe UI"/>
                          <a:ea typeface="Segoe UI"/>
                          <a:cs typeface="Segoe UI"/>
                        </a:rPr>
                        <a:t>ответов</a:t>
                      </a:r>
                      <a:endParaRPr sz="1050" b="0" dirty="0">
                        <a:solidFill>
                          <a:srgbClr val="A8B1C4"/>
                        </a:solidFill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171450" marR="114300" marT="95250" marB="95250" anchor="ctr">
                    <a:lnL w="6668">
                      <a:solidFill>
                        <a:srgbClr val="303A5F"/>
                      </a:solidFill>
                      <a:prstDash val="solid"/>
                    </a:lnL>
                    <a:lnR w="6668">
                      <a:solidFill>
                        <a:srgbClr val="303A5F"/>
                      </a:solidFill>
                      <a:prstDash val="solid"/>
                    </a:lnR>
                    <a:lnT w="6668" cap="flat" cmpd="sng" algn="ctr">
                      <a:solidFill>
                        <a:srgbClr val="30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303A5F"/>
                      </a:solidFill>
                      <a:prstDash val="solid"/>
                    </a:lnB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9DA7FF"/>
                          </a:solidFill>
                          <a:latin typeface="Segoe UI"/>
                          <a:ea typeface="Segoe UI"/>
                          <a:cs typeface="Segoe UI"/>
                        </a:rPr>
                        <a:t>1.00</a:t>
                      </a:r>
                    </a:p>
                  </a:txBody>
                  <a:tcPr marL="171450" marR="114300" marT="95250" marB="95250" anchor="ctr">
                    <a:lnL w="6668" cap="flat" cmpd="sng" algn="ctr">
                      <a:solidFill>
                        <a:srgbClr val="30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303A5F"/>
                      </a:solidFill>
                      <a:prstDash val="solid"/>
                    </a:lnR>
                    <a:lnT w="6668" cap="flat" cmpd="sng" algn="ctr">
                      <a:solidFill>
                        <a:srgbClr val="30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303A5F"/>
                      </a:solidFill>
                      <a:prstDash val="soli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F7F8FD"/>
                          </a:solidFill>
                          <a:latin typeface="Segoe UI"/>
                          <a:ea typeface="Segoe UI"/>
                          <a:cs typeface="Segoe UI"/>
                        </a:rPr>
                        <a:t>0.43</a:t>
                      </a:r>
                    </a:p>
                  </a:txBody>
                  <a:tcPr marL="171450" marR="114300" marT="95250" marB="95250" anchor="ctr">
                    <a:lnL w="6668" cap="flat" cmpd="sng" algn="ctr">
                      <a:solidFill>
                        <a:srgbClr val="30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303A5F"/>
                      </a:solidFill>
                      <a:prstDash val="solid"/>
                    </a:lnR>
                    <a:lnT w="6668" cap="flat" cmpd="sng" algn="ctr">
                      <a:solidFill>
                        <a:srgbClr val="30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303A5F"/>
                      </a:solidFill>
                      <a:prstDash val="solid"/>
                    </a:lnB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F7F8FD"/>
                          </a:solidFill>
                          <a:latin typeface="Segoe UI"/>
                          <a:ea typeface="Segoe UI"/>
                          <a:cs typeface="Segoe UI"/>
                        </a:rPr>
                        <a:t>0.83</a:t>
                      </a:r>
                    </a:p>
                  </a:txBody>
                  <a:tcPr marL="171450" marR="114300" marT="95250" marB="95250" anchor="ctr">
                    <a:lnL w="6668" cap="flat" cmpd="sng" algn="ctr">
                      <a:solidFill>
                        <a:srgbClr val="30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303A5F"/>
                      </a:solidFill>
                      <a:prstDash val="solid"/>
                    </a:lnR>
                    <a:lnT w="6668" cap="flat" cmpd="sng" algn="ctr">
                      <a:solidFill>
                        <a:srgbClr val="30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303A5F"/>
                      </a:solidFill>
                      <a:prstDash val="solid"/>
                    </a:lnB>
                    <a:solidFill>
                      <a:srgbClr val="101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475478"/>
                  </a:ext>
                </a:extLst>
              </a:tr>
              <a:tr h="8841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b="1" dirty="0">
                          <a:solidFill>
                            <a:srgbClr val="FFFFFF"/>
                          </a:solidFill>
                          <a:effectLst/>
                          <a:latin typeface=""/>
                        </a:rPr>
                        <a:t>Скорость ответа (</a:t>
                      </a:r>
                      <a:r>
                        <a:rPr lang="ru-RU" sz="1500" b="1" dirty="0" err="1">
                          <a:solidFill>
                            <a:srgbClr val="FFFFFF"/>
                          </a:solidFill>
                          <a:effectLst/>
                          <a:latin typeface=""/>
                        </a:rPr>
                        <a:t>мс</a:t>
                      </a:r>
                      <a:r>
                        <a:rPr lang="ru-RU" sz="1500" b="1" dirty="0">
                          <a:solidFill>
                            <a:srgbClr val="FFFFFF"/>
                          </a:solidFill>
                          <a:effectLst/>
                          <a:latin typeface=""/>
                        </a:rPr>
                        <a:t>)</a:t>
                      </a: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5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A8B1C4"/>
                          </a:solidFill>
                          <a:effectLst/>
                          <a:uLnTx/>
                          <a:uFillTx/>
                          <a:latin typeface="Segoe UI"/>
                          <a:ea typeface="Segoe UI"/>
                          <a:cs typeface="Segoe UI"/>
                        </a:rPr>
                        <a:t>Среднее время для ответа</a:t>
                      </a:r>
                    </a:p>
                  </a:txBody>
                  <a:tcPr marL="171450" marR="114300" marT="95250" marB="95250" anchor="ctr">
                    <a:lnL w="6668">
                      <a:solidFill>
                        <a:srgbClr val="303A5F"/>
                      </a:solidFill>
                      <a:prstDash val="solid"/>
                    </a:lnL>
                    <a:lnR w="6668">
                      <a:solidFill>
                        <a:srgbClr val="303A5F"/>
                      </a:solidFill>
                      <a:prstDash val="solid"/>
                    </a:lnR>
                    <a:lnT w="6668" cap="flat" cmpd="sng" algn="ctr">
                      <a:solidFill>
                        <a:srgbClr val="30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303A5F"/>
                      </a:solidFill>
                      <a:prstDash val="solid"/>
                    </a:lnB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50" b="1" dirty="0">
                          <a:solidFill>
                            <a:srgbClr val="9DA7FF"/>
                          </a:solidFill>
                          <a:latin typeface="Segoe UI"/>
                          <a:ea typeface="Segoe UI"/>
                          <a:cs typeface="Segoe UI"/>
                        </a:rPr>
                        <a:t>300</a:t>
                      </a:r>
                      <a:endParaRPr sz="1650" b="1" dirty="0">
                        <a:solidFill>
                          <a:srgbClr val="9DA7FF"/>
                        </a:solidFill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171450" marR="114300" marT="95250" marB="95250" anchor="ctr">
                    <a:lnL w="6668" cap="flat" cmpd="sng" algn="ctr">
                      <a:solidFill>
                        <a:srgbClr val="30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303A5F"/>
                      </a:solidFill>
                      <a:prstDash val="solid"/>
                    </a:lnR>
                    <a:lnT w="6668" cap="flat" cmpd="sng" algn="ctr">
                      <a:solidFill>
                        <a:srgbClr val="30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303A5F"/>
                      </a:solidFill>
                      <a:prstDash val="soli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50" b="0" dirty="0">
                          <a:solidFill>
                            <a:srgbClr val="F7F8FD"/>
                          </a:solidFill>
                          <a:latin typeface="Segoe UI"/>
                          <a:ea typeface="Segoe UI"/>
                          <a:cs typeface="Segoe UI"/>
                        </a:rPr>
                        <a:t>2500</a:t>
                      </a:r>
                      <a:endParaRPr sz="1650" b="0" dirty="0">
                        <a:solidFill>
                          <a:srgbClr val="F7F8FD"/>
                        </a:solidFill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171450" marR="114300" marT="95250" marB="95250" anchor="ctr">
                    <a:lnL w="6668" cap="flat" cmpd="sng" algn="ctr">
                      <a:solidFill>
                        <a:srgbClr val="30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303A5F"/>
                      </a:solidFill>
                      <a:prstDash val="solid"/>
                    </a:lnR>
                    <a:lnT w="6668" cap="flat" cmpd="sng" algn="ctr">
                      <a:solidFill>
                        <a:srgbClr val="30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303A5F"/>
                      </a:solidFill>
                      <a:prstDash val="solid"/>
                    </a:lnB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50" b="0" dirty="0">
                          <a:solidFill>
                            <a:srgbClr val="F7F8FD"/>
                          </a:solidFill>
                          <a:latin typeface="Segoe UI"/>
                          <a:ea typeface="Segoe UI"/>
                          <a:cs typeface="Segoe UI"/>
                        </a:rPr>
                        <a:t>3500</a:t>
                      </a:r>
                      <a:endParaRPr sz="1650" b="0" dirty="0">
                        <a:solidFill>
                          <a:srgbClr val="F7F8FD"/>
                        </a:solidFill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171450" marR="114300" marT="95250" marB="95250" anchor="ctr">
                    <a:lnL w="6668" cap="flat" cmpd="sng" algn="ctr">
                      <a:solidFill>
                        <a:srgbClr val="30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303A5F"/>
                      </a:solidFill>
                      <a:prstDash val="solid"/>
                    </a:lnR>
                    <a:lnT w="6668" cap="flat" cmpd="sng" algn="ctr">
                      <a:solidFill>
                        <a:srgbClr val="30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303A5F"/>
                      </a:solidFill>
                      <a:prstDash val="solid"/>
                    </a:lnB>
                    <a:solidFill>
                      <a:srgbClr val="101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7613510"/>
                  </a:ext>
                </a:extLst>
              </a:tr>
              <a:tr h="884179">
                <a:tc>
                  <a:txBody>
                    <a:bodyPr/>
                    <a:lstStyle/>
                    <a:p>
                      <a:pPr algn="l">
                        <a:spcAft>
                          <a:spcPts val="4"/>
                        </a:spcAft>
                      </a:pPr>
                      <a:r>
                        <a:rPr sz="1500" b="1">
                          <a:solidFill>
                            <a:srgbClr val="F7F8FD"/>
                          </a:solidFill>
                          <a:latin typeface="Segoe UI"/>
                          <a:ea typeface="Segoe UI"/>
                          <a:cs typeface="Segoe UI"/>
                        </a:rPr>
                        <a:t>Ложные ответы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A8B1C4"/>
                          </a:solidFill>
                          <a:latin typeface="Segoe UI"/>
                          <a:ea typeface="Segoe UI"/>
                          <a:cs typeface="Segoe UI"/>
                        </a:rPr>
                        <a:t>На вопросы без ответа</a:t>
                      </a:r>
                    </a:p>
                  </a:txBody>
                  <a:tcPr marL="171450" marR="114300" marT="95250" marB="95250" anchor="ctr">
                    <a:lnL w="6668">
                      <a:solidFill>
                        <a:srgbClr val="303A5F"/>
                      </a:solidFill>
                      <a:prstDash val="solid"/>
                    </a:lnL>
                    <a:lnR w="6668">
                      <a:solidFill>
                        <a:srgbClr val="303A5F"/>
                      </a:solidFill>
                      <a:prstDash val="solid"/>
                    </a:lnR>
                    <a:lnT w="6668" cap="flat" cmpd="sng" algn="ctr">
                      <a:solidFill>
                        <a:srgbClr val="30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303A5F"/>
                      </a:solidFill>
                      <a:prstDash val="solid"/>
                    </a:lnB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 dirty="0">
                          <a:solidFill>
                            <a:srgbClr val="9DA7FF"/>
                          </a:solidFill>
                          <a:latin typeface="Segoe UI"/>
                          <a:ea typeface="Segoe UI"/>
                          <a:cs typeface="Segoe UI"/>
                        </a:rPr>
                        <a:t>0 </a:t>
                      </a:r>
                      <a:r>
                        <a:rPr lang="ru-RU" sz="1650" b="1" dirty="0">
                          <a:solidFill>
                            <a:srgbClr val="9DA7FF"/>
                          </a:solidFill>
                          <a:latin typeface="Segoe UI"/>
                          <a:ea typeface="Segoe UI"/>
                          <a:cs typeface="Segoe UI"/>
                        </a:rPr>
                        <a:t>из</a:t>
                      </a:r>
                      <a:r>
                        <a:rPr sz="1650" b="1" dirty="0">
                          <a:solidFill>
                            <a:srgbClr val="9DA7FF"/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lang="en-US" sz="1650" b="1" dirty="0">
                          <a:solidFill>
                            <a:srgbClr val="9DA7FF"/>
                          </a:solidFill>
                          <a:latin typeface="Segoe UI"/>
                          <a:ea typeface="Segoe UI"/>
                          <a:cs typeface="Segoe UI"/>
                        </a:rPr>
                        <a:t>100</a:t>
                      </a:r>
                      <a:endParaRPr sz="1650" b="1" dirty="0">
                        <a:solidFill>
                          <a:srgbClr val="9DA7FF"/>
                        </a:solidFill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171450" marR="114300" marT="95250" marB="95250" anchor="ctr">
                    <a:lnL w="6668" cap="flat" cmpd="sng" algn="ctr">
                      <a:solidFill>
                        <a:srgbClr val="30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303A5F"/>
                      </a:solidFill>
                      <a:prstDash val="solid"/>
                    </a:lnR>
                    <a:lnT w="6668" cap="flat" cmpd="sng" algn="ctr">
                      <a:solidFill>
                        <a:srgbClr val="30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303A5F"/>
                      </a:solidFill>
                      <a:prstDash val="soli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50" b="0" dirty="0">
                          <a:solidFill>
                            <a:srgbClr val="F7F8FD"/>
                          </a:solidFill>
                          <a:latin typeface="Segoe UI"/>
                          <a:ea typeface="Segoe UI"/>
                          <a:cs typeface="Segoe UI"/>
                        </a:rPr>
                        <a:t>76</a:t>
                      </a:r>
                      <a:r>
                        <a:rPr sz="1650" b="0" dirty="0">
                          <a:solidFill>
                            <a:srgbClr val="F7F8FD"/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lang="ru-RU" sz="1650" b="0" dirty="0">
                          <a:solidFill>
                            <a:srgbClr val="F7F8FD"/>
                          </a:solidFill>
                          <a:latin typeface="Segoe UI"/>
                          <a:ea typeface="Segoe UI"/>
                          <a:cs typeface="Segoe UI"/>
                        </a:rPr>
                        <a:t>из</a:t>
                      </a:r>
                      <a:r>
                        <a:rPr sz="1650" b="0" dirty="0">
                          <a:solidFill>
                            <a:srgbClr val="F7F8FD"/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lang="en-US" sz="1650" b="0" dirty="0">
                          <a:solidFill>
                            <a:srgbClr val="F7F8FD"/>
                          </a:solidFill>
                          <a:latin typeface="Segoe UI"/>
                          <a:ea typeface="Segoe UI"/>
                          <a:cs typeface="Segoe UI"/>
                        </a:rPr>
                        <a:t>100</a:t>
                      </a:r>
                      <a:endParaRPr sz="1650" b="0" dirty="0">
                        <a:solidFill>
                          <a:srgbClr val="F7F8FD"/>
                        </a:solidFill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171450" marR="114300" marT="95250" marB="95250" anchor="ctr">
                    <a:lnL w="6668" cap="flat" cmpd="sng" algn="ctr">
                      <a:solidFill>
                        <a:srgbClr val="30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303A5F"/>
                      </a:solidFill>
                      <a:prstDash val="solid"/>
                    </a:lnR>
                    <a:lnT w="6668" cap="flat" cmpd="sng" algn="ctr">
                      <a:solidFill>
                        <a:srgbClr val="30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303A5F"/>
                      </a:solidFill>
                      <a:prstDash val="solid"/>
                    </a:lnB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50" b="0" dirty="0">
                          <a:solidFill>
                            <a:srgbClr val="F7F8FD"/>
                          </a:solidFill>
                          <a:latin typeface="Segoe UI"/>
                          <a:ea typeface="Segoe UI"/>
                          <a:cs typeface="Segoe UI"/>
                        </a:rPr>
                        <a:t>11</a:t>
                      </a:r>
                      <a:r>
                        <a:rPr sz="1650" b="0" dirty="0">
                          <a:solidFill>
                            <a:srgbClr val="F7F8FD"/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lang="ru-RU" sz="1650" b="0" dirty="0">
                          <a:solidFill>
                            <a:srgbClr val="F7F8FD"/>
                          </a:solidFill>
                          <a:latin typeface="Segoe UI"/>
                          <a:ea typeface="Segoe UI"/>
                          <a:cs typeface="Segoe UI"/>
                        </a:rPr>
                        <a:t>из</a:t>
                      </a:r>
                      <a:r>
                        <a:rPr lang="en-US" sz="1650" b="0" dirty="0">
                          <a:solidFill>
                            <a:srgbClr val="F7F8FD"/>
                          </a:solidFill>
                          <a:latin typeface="Segoe UI"/>
                          <a:ea typeface="Segoe UI"/>
                          <a:cs typeface="Segoe UI"/>
                        </a:rPr>
                        <a:t> 100</a:t>
                      </a:r>
                      <a:endParaRPr sz="1650" b="0" dirty="0">
                        <a:solidFill>
                          <a:srgbClr val="F7F8FD"/>
                        </a:solidFill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171450" marR="114300" marT="95250" marB="95250" anchor="ctr">
                    <a:lnL w="6668" cap="flat" cmpd="sng" algn="ctr">
                      <a:solidFill>
                        <a:srgbClr val="30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303A5F"/>
                      </a:solidFill>
                      <a:prstDash val="solid"/>
                    </a:lnR>
                    <a:lnT w="6668" cap="flat" cmpd="sng" algn="ctr">
                      <a:solidFill>
                        <a:srgbClr val="30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303A5F"/>
                      </a:solidFill>
                      <a:prstDash val="solid"/>
                    </a:lnB>
                    <a:solidFill>
                      <a:srgbClr val="101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707306"/>
                  </a:ext>
                </a:extLst>
              </a:tr>
              <a:tr h="726722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7F8FD"/>
                          </a:solidFill>
                          <a:latin typeface="Segoe UI"/>
                          <a:ea typeface="Segoe UI"/>
                          <a:cs typeface="Segoe UI"/>
                        </a:rPr>
                        <a:t>Ответ в нужном формате</a:t>
                      </a:r>
                    </a:p>
                  </a:txBody>
                  <a:tcPr marL="171450" marR="114300" marT="95250" marB="95250" anchor="ctr">
                    <a:lnL w="6668">
                      <a:solidFill>
                        <a:srgbClr val="303A5F"/>
                      </a:solidFill>
                      <a:prstDash val="solid"/>
                    </a:lnL>
                    <a:lnR w="6668">
                      <a:solidFill>
                        <a:srgbClr val="303A5F"/>
                      </a:solidFill>
                      <a:prstDash val="solid"/>
                    </a:lnR>
                    <a:lnT w="6668" cap="flat" cmpd="sng" algn="ctr">
                      <a:solidFill>
                        <a:srgbClr val="30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303A5F"/>
                      </a:solidFill>
                      <a:prstDash val="solid"/>
                    </a:lnB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9DA7FF"/>
                          </a:solidFill>
                          <a:latin typeface="Segoe UI"/>
                          <a:ea typeface="Segoe UI"/>
                          <a:cs typeface="Segoe UI"/>
                        </a:rPr>
                        <a:t>100 %</a:t>
                      </a:r>
                    </a:p>
                  </a:txBody>
                  <a:tcPr marL="171450" marR="114300" marT="95250" marB="95250" anchor="ctr">
                    <a:lnL w="6668" cap="flat" cmpd="sng" algn="ctr">
                      <a:solidFill>
                        <a:srgbClr val="30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303A5F"/>
                      </a:solidFill>
                      <a:prstDash val="solid"/>
                    </a:lnR>
                    <a:lnT w="6668" cap="flat" cmpd="sng" algn="ctr">
                      <a:solidFill>
                        <a:srgbClr val="30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303A5F"/>
                      </a:solidFill>
                      <a:prstDash val="soli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F7F8FD"/>
                          </a:solidFill>
                          <a:latin typeface="Segoe UI"/>
                          <a:ea typeface="Segoe UI"/>
                          <a:cs typeface="Segoe UI"/>
                        </a:rPr>
                        <a:t>75 %</a:t>
                      </a:r>
                    </a:p>
                  </a:txBody>
                  <a:tcPr marL="171450" marR="114300" marT="95250" marB="95250" anchor="ctr">
                    <a:lnL w="6668" cap="flat" cmpd="sng" algn="ctr">
                      <a:solidFill>
                        <a:srgbClr val="30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303A5F"/>
                      </a:solidFill>
                      <a:prstDash val="solid"/>
                    </a:lnR>
                    <a:lnT w="6668" cap="flat" cmpd="sng" algn="ctr">
                      <a:solidFill>
                        <a:srgbClr val="30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303A5F"/>
                      </a:solidFill>
                      <a:prstDash val="solid"/>
                    </a:lnB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 dirty="0">
                          <a:solidFill>
                            <a:srgbClr val="F7F8FD"/>
                          </a:solidFill>
                          <a:latin typeface="Segoe UI"/>
                          <a:ea typeface="Segoe UI"/>
                          <a:cs typeface="Segoe UI"/>
                        </a:rPr>
                        <a:t>48 %</a:t>
                      </a:r>
                    </a:p>
                  </a:txBody>
                  <a:tcPr marL="171450" marR="114300" marT="95250" marB="95250" anchor="ctr">
                    <a:lnL w="6668" cap="flat" cmpd="sng" algn="ctr">
                      <a:solidFill>
                        <a:srgbClr val="30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303A5F"/>
                      </a:solidFill>
                      <a:prstDash val="solid"/>
                    </a:lnR>
                    <a:lnT w="6668" cap="flat" cmpd="sng" algn="ctr">
                      <a:solidFill>
                        <a:srgbClr val="30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303A5F"/>
                      </a:solidFill>
                      <a:prstDash val="solid"/>
                    </a:lnB>
                    <a:solidFill>
                      <a:srgbClr val="101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52421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285210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80A12"/>
            </a:gs>
            <a:gs pos="100000">
              <a:srgbClr val="111326"/>
            </a:gs>
          </a:gsLst>
          <a:lin ang="198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54CD4944-D380-4D1A-B49B-23DF8592B279}"/>
              </a:ext>
            </a:extLst>
          </p:cNvPr>
          <p:cNvCxnSpPr>
            <a:stCxn id="16" idx="3"/>
            <a:endCxn id="17" idx="1"/>
          </p:cNvCxnSpPr>
          <p:nvPr/>
        </p:nvCxnSpPr>
        <p:spPr>
          <a:xfrm>
            <a:off x="9525000" y="7500938"/>
            <a:ext cx="1524000" cy="0"/>
          </a:xfrm>
          <a:prstGeom prst="straightConnector1">
            <a:avLst/>
          </a:prstGeom>
          <a:ln w="14288">
            <a:solidFill>
              <a:srgbClr val="B591FF"/>
            </a:solidFill>
            <a:prstDash val="solid"/>
          </a:ln>
        </p:spPr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BA56C6AA-C13F-4691-AEBA-F2757549ADB8}"/>
              </a:ext>
            </a:extLst>
          </p:cNvPr>
          <p:cNvCxnSpPr>
            <a:stCxn id="15" idx="3"/>
            <a:endCxn id="16" idx="1"/>
          </p:cNvCxnSpPr>
          <p:nvPr/>
        </p:nvCxnSpPr>
        <p:spPr>
          <a:xfrm>
            <a:off x="4191000" y="7500938"/>
            <a:ext cx="1524000" cy="0"/>
          </a:xfrm>
          <a:prstGeom prst="straightConnector1">
            <a:avLst/>
          </a:prstGeom>
          <a:ln w="14288">
            <a:solidFill>
              <a:srgbClr val="8399FF"/>
            </a:solidFill>
            <a:prstDash val="solid"/>
          </a:ln>
        </p:spPr>
      </p:cxnSp>
      <p:sp>
        <p:nvSpPr>
          <p:cNvPr id="23" name="text-38">
            <a:extLst>
              <a:ext uri="{FF2B5EF4-FFF2-40B4-BE49-F238E27FC236}">
                <a16:creationId xmlns:a16="http://schemas.microsoft.com/office/drawing/2014/main" id="{5FF1A180-3F3A-438D-89E4-AA919B9B10F2}"/>
              </a:ext>
            </a:extLst>
          </p:cNvPr>
          <p:cNvSpPr>
            <a:spLocks noGrp="1"/>
          </p:cNvSpPr>
          <p:nvPr/>
        </p:nvSpPr>
        <p:spPr>
          <a:xfrm>
            <a:off x="13811250" y="7981950"/>
            <a:ext cx="666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defPPr>
            <a:lvl1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1pPr>
            <a:lvl2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2pPr>
            <a:lvl3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3pPr>
            <a:lvl4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4pPr>
            <a:lvl5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5pPr>
            <a:lvl6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6pPr>
            <a:lvl7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7pPr>
            <a:lvl8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8pPr>
            <a:lvl9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75819A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2" name="text-39">
            <a:extLst>
              <a:ext uri="{FF2B5EF4-FFF2-40B4-BE49-F238E27FC236}">
                <a16:creationId xmlns:a16="http://schemas.microsoft.com/office/drawing/2014/main" id="{BAA39F96-DA55-476A-90B7-8E75BFC7015A}"/>
              </a:ext>
            </a:extLst>
          </p:cNvPr>
          <p:cNvSpPr>
            <a:spLocks noGrp="1"/>
          </p:cNvSpPr>
          <p:nvPr/>
        </p:nvSpPr>
        <p:spPr>
          <a:xfrm>
            <a:off x="762000" y="600075"/>
            <a:ext cx="13716000" cy="15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48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defPPr>
            <a:lvl1pPr>
              <a:defRPr sz="48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1pPr>
            <a:lvl2pPr>
              <a:defRPr sz="48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2pPr>
            <a:lvl3pPr>
              <a:defRPr sz="48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3pPr>
            <a:lvl4pPr>
              <a:defRPr sz="48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4pPr>
            <a:lvl5pPr>
              <a:defRPr sz="48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5pPr>
            <a:lvl6pPr>
              <a:defRPr sz="48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6pPr>
            <a:lvl7pPr>
              <a:defRPr sz="48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7pPr>
            <a:lvl8pPr>
              <a:defRPr sz="48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8pPr>
            <a:lvl9pPr>
              <a:defRPr sz="48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48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pPr>
            <a:r>
              <a:rPr sz="4875" b="1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Один</a:t>
            </a:r>
            <a:r>
              <a:rPr sz="4875" b="1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4875" b="1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продукт</a:t>
            </a:r>
            <a:r>
              <a:rPr sz="4875" b="1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.</a:t>
            </a:r>
          </a:p>
          <a:p>
            <a:pPr>
              <a:defRPr sz="48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pPr>
            <a:r>
              <a:rPr sz="4875" b="1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Два</a:t>
            </a:r>
            <a:r>
              <a:rPr sz="4875" b="1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4875" b="1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рабочих</a:t>
            </a:r>
            <a:r>
              <a:rPr sz="4875" b="1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4875" b="1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пространства</a:t>
            </a:r>
            <a:endParaRPr sz="4875" b="1" dirty="0">
              <a:solidFill>
                <a:srgbClr val="F7F8FD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" name="surface-40">
            <a:extLst>
              <a:ext uri="{FF2B5EF4-FFF2-40B4-BE49-F238E27FC236}">
                <a16:creationId xmlns:a16="http://schemas.microsoft.com/office/drawing/2014/main" id="{E89F7ED0-BC78-47AD-BD46-EF40D28407C3}"/>
              </a:ext>
            </a:extLst>
          </p:cNvPr>
          <p:cNvSpPr>
            <a:spLocks noGrp="1"/>
          </p:cNvSpPr>
          <p:nvPr/>
        </p:nvSpPr>
        <p:spPr>
          <a:xfrm>
            <a:off x="762000" y="2752725"/>
            <a:ext cx="6553200" cy="3905250"/>
          </a:xfrm>
          <a:prstGeom prst="roundRect">
            <a:avLst>
              <a:gd name="adj" fmla="val 5854"/>
            </a:avLst>
          </a:prstGeom>
          <a:gradFill>
            <a:gsLst>
              <a:gs pos="0">
                <a:srgbClr val="151D31"/>
              </a:gs>
              <a:gs pos="100000">
                <a:srgbClr val="101624"/>
              </a:gs>
            </a:gsLst>
            <a:lin ang="1500000"/>
          </a:gradFill>
          <a:ln w="11430">
            <a:solidFill>
              <a:srgbClr val="374A75"/>
            </a:solidFill>
            <a:prstDash val="solid"/>
          </a:ln>
        </p:spPr>
      </p:sp>
      <p:sp>
        <p:nvSpPr>
          <p:cNvPr id="4" name="surface-41">
            <a:extLst>
              <a:ext uri="{FF2B5EF4-FFF2-40B4-BE49-F238E27FC236}">
                <a16:creationId xmlns:a16="http://schemas.microsoft.com/office/drawing/2014/main" id="{32357AC8-B855-49A2-9D32-FB1BBF620EC2}"/>
              </a:ext>
            </a:extLst>
          </p:cNvPr>
          <p:cNvSpPr>
            <a:spLocks noGrp="1"/>
          </p:cNvSpPr>
          <p:nvPr/>
        </p:nvSpPr>
        <p:spPr>
          <a:xfrm>
            <a:off x="7924800" y="2763742"/>
            <a:ext cx="6553200" cy="3905250"/>
          </a:xfrm>
          <a:prstGeom prst="roundRect">
            <a:avLst>
              <a:gd name="adj" fmla="val 5854"/>
            </a:avLst>
          </a:prstGeom>
          <a:gradFill>
            <a:gsLst>
              <a:gs pos="0">
                <a:srgbClr val="1C1932"/>
              </a:gs>
              <a:gs pos="100000">
                <a:srgbClr val="111523"/>
              </a:gs>
            </a:gsLst>
            <a:lin ang="1500000"/>
          </a:gradFill>
          <a:ln w="11430">
            <a:solidFill>
              <a:srgbClr val="4F426D"/>
            </a:solidFill>
            <a:prstDash val="solid"/>
          </a:ln>
        </p:spPr>
      </p:sp>
      <p:sp>
        <p:nvSpPr>
          <p:cNvPr id="5" name="text-42">
            <a:extLst>
              <a:ext uri="{FF2B5EF4-FFF2-40B4-BE49-F238E27FC236}">
                <a16:creationId xmlns:a16="http://schemas.microsoft.com/office/drawing/2014/main" id="{E8B35F69-1AD3-41C3-BFEF-2E3942499560}"/>
              </a:ext>
            </a:extLst>
          </p:cNvPr>
          <p:cNvSpPr>
            <a:spLocks noGrp="1"/>
          </p:cNvSpPr>
          <p:nvPr/>
        </p:nvSpPr>
        <p:spPr>
          <a:xfrm>
            <a:off x="1123950" y="3105150"/>
            <a:ext cx="5715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3300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3300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8399FF"/>
                </a:solidFill>
                <a:latin typeface="Segoe UI"/>
                <a:ea typeface="Segoe UI"/>
                <a:cs typeface="Segoe UI"/>
              </a:rPr>
              <a:t>Сотрудник</a:t>
            </a:r>
          </a:p>
        </p:txBody>
      </p:sp>
      <p:sp>
        <p:nvSpPr>
          <p:cNvPr id="6" name="text-43">
            <a:extLst>
              <a:ext uri="{FF2B5EF4-FFF2-40B4-BE49-F238E27FC236}">
                <a16:creationId xmlns:a16="http://schemas.microsoft.com/office/drawing/2014/main" id="{C8F78C5B-AF82-4D97-96A2-93A07E0E0A00}"/>
              </a:ext>
            </a:extLst>
          </p:cNvPr>
          <p:cNvSpPr>
            <a:spLocks noGrp="1"/>
          </p:cNvSpPr>
          <p:nvPr/>
        </p:nvSpPr>
        <p:spPr>
          <a:xfrm>
            <a:off x="8286750" y="3105150"/>
            <a:ext cx="5715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3300" b="1">
                <a:solidFill>
                  <a:srgbClr val="B591FF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B591FF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B591FF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B591FF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B591FF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B591FF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B591FF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B591FF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B591FF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B591FF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3300" b="1">
                <a:solidFill>
                  <a:srgbClr val="B591FF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B591FF"/>
                </a:solidFill>
                <a:latin typeface="Segoe UI"/>
                <a:ea typeface="Segoe UI"/>
                <a:cs typeface="Segoe UI"/>
              </a:rPr>
              <a:t>HR-специалист</a:t>
            </a:r>
          </a:p>
        </p:txBody>
      </p:sp>
      <p:sp>
        <p:nvSpPr>
          <p:cNvPr id="7" name="text-44">
            <a:extLst>
              <a:ext uri="{FF2B5EF4-FFF2-40B4-BE49-F238E27FC236}">
                <a16:creationId xmlns:a16="http://schemas.microsoft.com/office/drawing/2014/main" id="{D26E3876-BB79-4811-8474-7359A9708C9F}"/>
              </a:ext>
            </a:extLst>
          </p:cNvPr>
          <p:cNvSpPr>
            <a:spLocks noGrp="1"/>
          </p:cNvSpPr>
          <p:nvPr/>
        </p:nvSpPr>
        <p:spPr>
          <a:xfrm>
            <a:off x="1123950" y="4040872"/>
            <a:ext cx="5810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defPPr>
            <a:lvl1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1pPr>
            <a:lvl2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2pPr>
            <a:lvl3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3pPr>
            <a:lvl4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4pPr>
            <a:lvl5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5pPr>
            <a:lvl6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6pPr>
            <a:lvl7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7pPr>
            <a:lvl8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8pPr>
            <a:lvl9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Ответы на вопросы</a:t>
            </a:r>
          </a:p>
        </p:txBody>
      </p:sp>
      <p:sp>
        <p:nvSpPr>
          <p:cNvPr id="8" name="text-45">
            <a:extLst>
              <a:ext uri="{FF2B5EF4-FFF2-40B4-BE49-F238E27FC236}">
                <a16:creationId xmlns:a16="http://schemas.microsoft.com/office/drawing/2014/main" id="{8B9E48F9-3FAB-491C-A3B8-5B85507379A6}"/>
              </a:ext>
            </a:extLst>
          </p:cNvPr>
          <p:cNvSpPr>
            <a:spLocks noGrp="1"/>
          </p:cNvSpPr>
          <p:nvPr/>
        </p:nvSpPr>
        <p:spPr>
          <a:xfrm>
            <a:off x="1123950" y="4602847"/>
            <a:ext cx="5810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defPPr>
            <a:lvl1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1pPr>
            <a:lvl2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2pPr>
            <a:lvl3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3pPr>
            <a:lvl4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4pPr>
            <a:lvl5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5pPr>
            <a:lvl6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6pPr>
            <a:lvl7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7pPr>
            <a:lvl8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8pPr>
            <a:lvl9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pPr>
            <a:r>
              <a:rPr sz="2250" b="0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Поиск</a:t>
            </a:r>
            <a:r>
              <a:rPr sz="2250" b="0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250" b="0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информации</a:t>
            </a:r>
            <a:r>
              <a:rPr sz="2250" b="0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250" b="0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в</a:t>
            </a:r>
            <a:r>
              <a:rPr sz="2250" b="0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250" b="0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документах</a:t>
            </a:r>
            <a:endParaRPr sz="2250" b="0" dirty="0">
              <a:solidFill>
                <a:srgbClr val="F7F8FD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9" name="text-46">
            <a:extLst>
              <a:ext uri="{FF2B5EF4-FFF2-40B4-BE49-F238E27FC236}">
                <a16:creationId xmlns:a16="http://schemas.microsoft.com/office/drawing/2014/main" id="{9AF87FEA-AFA6-4311-9D73-DDAF6B29E9EE}"/>
              </a:ext>
            </a:extLst>
          </p:cNvPr>
          <p:cNvSpPr>
            <a:spLocks noGrp="1"/>
          </p:cNvSpPr>
          <p:nvPr/>
        </p:nvSpPr>
        <p:spPr>
          <a:xfrm>
            <a:off x="1123950" y="5164822"/>
            <a:ext cx="5810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defPPr>
            <a:lvl1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1pPr>
            <a:lvl2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2pPr>
            <a:lvl3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3pPr>
            <a:lvl4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4pPr>
            <a:lvl5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5pPr>
            <a:lvl6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6pPr>
            <a:lvl7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7pPr>
            <a:lvl8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8pPr>
            <a:lvl9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Помощь при онбординге</a:t>
            </a:r>
          </a:p>
        </p:txBody>
      </p:sp>
      <p:sp>
        <p:nvSpPr>
          <p:cNvPr id="10" name="text-47">
            <a:extLst>
              <a:ext uri="{FF2B5EF4-FFF2-40B4-BE49-F238E27FC236}">
                <a16:creationId xmlns:a16="http://schemas.microsoft.com/office/drawing/2014/main" id="{FF5EF8F0-E31C-44C2-A143-5C42F8C7C51B}"/>
              </a:ext>
            </a:extLst>
          </p:cNvPr>
          <p:cNvSpPr>
            <a:spLocks noGrp="1"/>
          </p:cNvSpPr>
          <p:nvPr/>
        </p:nvSpPr>
        <p:spPr>
          <a:xfrm>
            <a:off x="1123950" y="5726797"/>
            <a:ext cx="5810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defPPr>
            <a:lvl1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1pPr>
            <a:lvl2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2pPr>
            <a:lvl3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3pPr>
            <a:lvl4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4pPr>
            <a:lvl5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5pPr>
            <a:lvl6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6pPr>
            <a:lvl7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7pPr>
            <a:lvl8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8pPr>
            <a:lvl9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Быстрый доступ к знаниям</a:t>
            </a:r>
          </a:p>
        </p:txBody>
      </p:sp>
      <p:sp>
        <p:nvSpPr>
          <p:cNvPr id="11" name="text-48">
            <a:extLst>
              <a:ext uri="{FF2B5EF4-FFF2-40B4-BE49-F238E27FC236}">
                <a16:creationId xmlns:a16="http://schemas.microsoft.com/office/drawing/2014/main" id="{6C185BB8-FB57-4B13-8D1F-78A858F5363A}"/>
              </a:ext>
            </a:extLst>
          </p:cNvPr>
          <p:cNvSpPr>
            <a:spLocks noGrp="1"/>
          </p:cNvSpPr>
          <p:nvPr/>
        </p:nvSpPr>
        <p:spPr>
          <a:xfrm>
            <a:off x="8305800" y="3929062"/>
            <a:ext cx="5810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defPPr>
            <a:lvl1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1pPr>
            <a:lvl2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2pPr>
            <a:lvl3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3pPr>
            <a:lvl4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4pPr>
            <a:lvl5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5pPr>
            <a:lvl6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6pPr>
            <a:lvl7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7pPr>
            <a:lvl8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8pPr>
            <a:lvl9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pPr>
            <a:r>
              <a:rPr sz="2250" b="0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Управление</a:t>
            </a:r>
            <a:r>
              <a:rPr sz="2250" b="0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250" b="0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базой</a:t>
            </a:r>
            <a:r>
              <a:rPr sz="2250" b="0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250" b="0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знаний</a:t>
            </a:r>
            <a:endParaRPr sz="2250" b="0" dirty="0">
              <a:solidFill>
                <a:srgbClr val="F7F8FD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2" name="text-49">
            <a:extLst>
              <a:ext uri="{FF2B5EF4-FFF2-40B4-BE49-F238E27FC236}">
                <a16:creationId xmlns:a16="http://schemas.microsoft.com/office/drawing/2014/main" id="{B48F5A9B-8126-4F57-B638-AE4929957ED7}"/>
              </a:ext>
            </a:extLst>
          </p:cNvPr>
          <p:cNvSpPr>
            <a:spLocks noGrp="1"/>
          </p:cNvSpPr>
          <p:nvPr/>
        </p:nvSpPr>
        <p:spPr>
          <a:xfrm>
            <a:off x="8286750" y="4555877"/>
            <a:ext cx="5810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defPPr>
            <a:lvl1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1pPr>
            <a:lvl2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2pPr>
            <a:lvl3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3pPr>
            <a:lvl4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4pPr>
            <a:lvl5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5pPr>
            <a:lvl6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6pPr>
            <a:lvl7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7pPr>
            <a:lvl8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8pPr>
            <a:lvl9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pPr>
            <a:r>
              <a:rPr sz="2250" b="0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Добавление</a:t>
            </a:r>
            <a:r>
              <a:rPr sz="2250" b="0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 и </a:t>
            </a:r>
            <a:r>
              <a:rPr sz="2250" b="0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обновление</a:t>
            </a:r>
            <a:r>
              <a:rPr sz="2250" b="0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250" b="0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документов</a:t>
            </a:r>
            <a:endParaRPr sz="2250" b="0" dirty="0">
              <a:solidFill>
                <a:srgbClr val="F7F8FD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3" name="text-50">
            <a:extLst>
              <a:ext uri="{FF2B5EF4-FFF2-40B4-BE49-F238E27FC236}">
                <a16:creationId xmlns:a16="http://schemas.microsoft.com/office/drawing/2014/main" id="{FC5AF5B6-0AC1-487D-9EFB-AE610B358BB9}"/>
              </a:ext>
            </a:extLst>
          </p:cNvPr>
          <p:cNvSpPr>
            <a:spLocks noGrp="1"/>
          </p:cNvSpPr>
          <p:nvPr/>
        </p:nvSpPr>
        <p:spPr>
          <a:xfrm>
            <a:off x="8286750" y="5171845"/>
            <a:ext cx="5810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defPPr>
            <a:lvl1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1pPr>
            <a:lvl2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2pPr>
            <a:lvl3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3pPr>
            <a:lvl4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4pPr>
            <a:lvl5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5pPr>
            <a:lvl6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6pPr>
            <a:lvl7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7pPr>
            <a:lvl8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8pPr>
            <a:lvl9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pPr>
            <a:r>
              <a:rPr lang="ru-RU" dirty="0"/>
              <a:t>Создание опросов и отслеживание настроения сотрудников</a:t>
            </a:r>
            <a:endParaRPr sz="2250" b="0" dirty="0">
              <a:solidFill>
                <a:srgbClr val="F7F8FD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4" name="text-51">
            <a:extLst>
              <a:ext uri="{FF2B5EF4-FFF2-40B4-BE49-F238E27FC236}">
                <a16:creationId xmlns:a16="http://schemas.microsoft.com/office/drawing/2014/main" id="{1ED7C677-D933-4BEC-BD7F-CC1EDE68237B}"/>
              </a:ext>
            </a:extLst>
          </p:cNvPr>
          <p:cNvSpPr>
            <a:spLocks noGrp="1"/>
          </p:cNvSpPr>
          <p:nvPr/>
        </p:nvSpPr>
        <p:spPr>
          <a:xfrm>
            <a:off x="8305800" y="6073449"/>
            <a:ext cx="5810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defPPr>
            <a:lvl1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1pPr>
            <a:lvl2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2pPr>
            <a:lvl3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3pPr>
            <a:lvl4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4pPr>
            <a:lvl5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5pPr>
            <a:lvl6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6pPr>
            <a:lvl7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7pPr>
            <a:lvl8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8pPr>
            <a:lvl9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25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pPr>
            <a:r>
              <a:rPr sz="2250" b="0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Меньше</a:t>
            </a:r>
            <a:r>
              <a:rPr sz="2250" b="0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250" b="0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повторных</a:t>
            </a:r>
            <a:r>
              <a:rPr sz="2250" b="0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250" b="0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обращений</a:t>
            </a:r>
            <a:endParaRPr sz="2250" b="0" dirty="0">
              <a:solidFill>
                <a:srgbClr val="F7F8FD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5" name="surface-52">
            <a:extLst>
              <a:ext uri="{FF2B5EF4-FFF2-40B4-BE49-F238E27FC236}">
                <a16:creationId xmlns:a16="http://schemas.microsoft.com/office/drawing/2014/main" id="{B5E8E12A-581A-4972-A55B-41CA58BB7C37}"/>
              </a:ext>
            </a:extLst>
          </p:cNvPr>
          <p:cNvSpPr>
            <a:spLocks noGrp="1"/>
          </p:cNvSpPr>
          <p:nvPr/>
        </p:nvSpPr>
        <p:spPr>
          <a:xfrm>
            <a:off x="762000" y="7200900"/>
            <a:ext cx="3429000" cy="600075"/>
          </a:xfrm>
          <a:prstGeom prst="roundRect">
            <a:avLst>
              <a:gd name="adj" fmla="val 25397"/>
            </a:avLst>
          </a:prstGeom>
          <a:solidFill>
            <a:srgbClr val="101726"/>
          </a:solidFill>
          <a:ln w="11430">
            <a:solidFill>
              <a:srgbClr val="2A3752"/>
            </a:solidFill>
            <a:prstDash val="solid"/>
          </a:ln>
        </p:spPr>
      </p:sp>
      <p:sp>
        <p:nvSpPr>
          <p:cNvPr id="16" name="surface-53">
            <a:extLst>
              <a:ext uri="{FF2B5EF4-FFF2-40B4-BE49-F238E27FC236}">
                <a16:creationId xmlns:a16="http://schemas.microsoft.com/office/drawing/2014/main" id="{5C5D308A-7C49-4561-9C5F-14BCE7D3D2D3}"/>
              </a:ext>
            </a:extLst>
          </p:cNvPr>
          <p:cNvSpPr>
            <a:spLocks noGrp="1"/>
          </p:cNvSpPr>
          <p:nvPr/>
        </p:nvSpPr>
        <p:spPr>
          <a:xfrm>
            <a:off x="5715000" y="7200900"/>
            <a:ext cx="3810000" cy="600075"/>
          </a:xfrm>
          <a:prstGeom prst="roundRect">
            <a:avLst>
              <a:gd name="adj" fmla="val 25397"/>
            </a:avLst>
          </a:prstGeom>
          <a:solidFill>
            <a:srgbClr val="1B2440"/>
          </a:solidFill>
          <a:ln w="11430">
            <a:solidFill>
              <a:srgbClr val="4A6096"/>
            </a:solidFill>
            <a:prstDash val="solid"/>
          </a:ln>
        </p:spPr>
      </p:sp>
      <p:sp>
        <p:nvSpPr>
          <p:cNvPr id="17" name="surface-54">
            <a:extLst>
              <a:ext uri="{FF2B5EF4-FFF2-40B4-BE49-F238E27FC236}">
                <a16:creationId xmlns:a16="http://schemas.microsoft.com/office/drawing/2014/main" id="{2FDEED97-134E-4615-A42A-C0063AAF1B6B}"/>
              </a:ext>
            </a:extLst>
          </p:cNvPr>
          <p:cNvSpPr>
            <a:spLocks noGrp="1"/>
          </p:cNvSpPr>
          <p:nvPr/>
        </p:nvSpPr>
        <p:spPr>
          <a:xfrm>
            <a:off x="11049000" y="7200900"/>
            <a:ext cx="3429000" cy="600075"/>
          </a:xfrm>
          <a:prstGeom prst="roundRect">
            <a:avLst>
              <a:gd name="adj" fmla="val 25397"/>
            </a:avLst>
          </a:prstGeom>
          <a:solidFill>
            <a:srgbClr val="171529"/>
          </a:solidFill>
          <a:ln w="11430">
            <a:solidFill>
              <a:srgbClr val="40355C"/>
            </a:solidFill>
            <a:prstDash val="solid"/>
          </a:ln>
        </p:spPr>
      </p:sp>
      <p:sp>
        <p:nvSpPr>
          <p:cNvPr id="20" name="text-55">
            <a:extLst>
              <a:ext uri="{FF2B5EF4-FFF2-40B4-BE49-F238E27FC236}">
                <a16:creationId xmlns:a16="http://schemas.microsoft.com/office/drawing/2014/main" id="{ADC32671-C166-42A1-9B91-5C70CFB81946}"/>
              </a:ext>
            </a:extLst>
          </p:cNvPr>
          <p:cNvSpPr>
            <a:spLocks noGrp="1"/>
          </p:cNvSpPr>
          <p:nvPr/>
        </p:nvSpPr>
        <p:spPr>
          <a:xfrm>
            <a:off x="952500" y="7305675"/>
            <a:ext cx="3048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20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0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0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0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0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0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0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0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0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0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ctr">
              <a:defRPr sz="20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A8B1C4"/>
                </a:solidFill>
                <a:latin typeface="Segoe UI"/>
                <a:ea typeface="Segoe UI"/>
                <a:cs typeface="Segoe UI"/>
              </a:rPr>
              <a:t>Сотрудник</a:t>
            </a:r>
          </a:p>
        </p:txBody>
      </p:sp>
      <p:sp>
        <p:nvSpPr>
          <p:cNvPr id="21" name="text-56">
            <a:extLst>
              <a:ext uri="{FF2B5EF4-FFF2-40B4-BE49-F238E27FC236}">
                <a16:creationId xmlns:a16="http://schemas.microsoft.com/office/drawing/2014/main" id="{63AAEC90-068E-473B-A7E4-0D6B9C82ED0A}"/>
              </a:ext>
            </a:extLst>
          </p:cNvPr>
          <p:cNvSpPr>
            <a:spLocks noGrp="1"/>
          </p:cNvSpPr>
          <p:nvPr/>
        </p:nvSpPr>
        <p:spPr>
          <a:xfrm>
            <a:off x="5905500" y="7305675"/>
            <a:ext cx="3429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202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02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02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02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02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02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02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02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02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02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ctr">
              <a:defRPr sz="202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Единая база знаний</a:t>
            </a:r>
          </a:p>
        </p:txBody>
      </p:sp>
      <p:sp>
        <p:nvSpPr>
          <p:cNvPr id="22" name="text-57">
            <a:extLst>
              <a:ext uri="{FF2B5EF4-FFF2-40B4-BE49-F238E27FC236}">
                <a16:creationId xmlns:a16="http://schemas.microsoft.com/office/drawing/2014/main" id="{9B48C764-3BB5-4AB2-87CB-5E2CB061B7DB}"/>
              </a:ext>
            </a:extLst>
          </p:cNvPr>
          <p:cNvSpPr>
            <a:spLocks noGrp="1"/>
          </p:cNvSpPr>
          <p:nvPr/>
        </p:nvSpPr>
        <p:spPr>
          <a:xfrm>
            <a:off x="11239500" y="7305675"/>
            <a:ext cx="3048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20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0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0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0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0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0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0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0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0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0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ctr">
              <a:defRPr sz="202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A8B1C4"/>
                </a:solidFill>
                <a:latin typeface="Segoe UI"/>
                <a:ea typeface="Segoe UI"/>
                <a:cs typeface="Segoe UI"/>
              </a:rPr>
              <a:t>HR</a:t>
            </a:r>
          </a:p>
        </p:txBody>
      </p:sp>
      <p:sp>
        <p:nvSpPr>
          <p:cNvPr id="24" name="surface-7">
            <a:extLst>
              <a:ext uri="{FF2B5EF4-FFF2-40B4-BE49-F238E27FC236}">
                <a16:creationId xmlns:a16="http://schemas.microsoft.com/office/drawing/2014/main" id="{385ADC46-66CE-1809-CE66-028E89F5DE5F}"/>
              </a:ext>
            </a:extLst>
          </p:cNvPr>
          <p:cNvSpPr>
            <a:spLocks noGrp="1"/>
          </p:cNvSpPr>
          <p:nvPr/>
        </p:nvSpPr>
        <p:spPr>
          <a:xfrm>
            <a:off x="12179300" y="283876"/>
            <a:ext cx="2298700" cy="2333625"/>
          </a:xfrm>
          <a:prstGeom prst="roundRect">
            <a:avLst>
              <a:gd name="adj" fmla="val 5051"/>
            </a:avLst>
          </a:prstGeom>
          <a:gradFill>
            <a:gsLst>
              <a:gs pos="0">
                <a:srgbClr val="27324A"/>
              </a:gs>
              <a:gs pos="100000">
                <a:srgbClr val="2B2042"/>
              </a:gs>
            </a:gsLst>
            <a:lin ang="1500000"/>
          </a:gradFill>
          <a:ln w="11430">
            <a:solidFill>
              <a:srgbClr val="6D6CF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B5671C5C-7AD9-B235-D440-865B3946E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3647" y="363138"/>
            <a:ext cx="2220415" cy="217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58121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80A12"/>
            </a:gs>
            <a:gs pos="100000">
              <a:srgbClr val="111326"/>
            </a:gs>
          </a:gsLst>
          <a:lin ang="198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-58">
            <a:extLst>
              <a:ext uri="{FF2B5EF4-FFF2-40B4-BE49-F238E27FC236}">
                <a16:creationId xmlns:a16="http://schemas.microsoft.com/office/drawing/2014/main" id="{1F7F6597-6502-4A25-AFF8-3F1866D08EA4}"/>
              </a:ext>
            </a:extLst>
          </p:cNvPr>
          <p:cNvSpPr>
            <a:spLocks noGrp="1"/>
          </p:cNvSpPr>
          <p:nvPr/>
        </p:nvSpPr>
        <p:spPr>
          <a:xfrm>
            <a:off x="13811250" y="7981950"/>
            <a:ext cx="666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defPPr>
            <a:lvl1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1pPr>
            <a:lvl2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2pPr>
            <a:lvl3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3pPr>
            <a:lvl4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4pPr>
            <a:lvl5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5pPr>
            <a:lvl6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6pPr>
            <a:lvl7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7pPr>
            <a:lvl8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8pPr>
            <a:lvl9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75819A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2" name="text-59">
            <a:extLst>
              <a:ext uri="{FF2B5EF4-FFF2-40B4-BE49-F238E27FC236}">
                <a16:creationId xmlns:a16="http://schemas.microsoft.com/office/drawing/2014/main" id="{C8D85C31-0ECE-4F93-BA9B-696703607FF7}"/>
              </a:ext>
            </a:extLst>
          </p:cNvPr>
          <p:cNvSpPr>
            <a:spLocks noGrp="1"/>
          </p:cNvSpPr>
          <p:nvPr/>
        </p:nvSpPr>
        <p:spPr>
          <a:xfrm>
            <a:off x="762000" y="600075"/>
            <a:ext cx="1143000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defPPr>
            <a:lvl1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1pPr>
            <a:lvl2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2pPr>
            <a:lvl3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3pPr>
            <a:lvl4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4pPr>
            <a:lvl5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5pPr>
            <a:lvl6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6pPr>
            <a:lvl7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7pPr>
            <a:lvl8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8pPr>
            <a:lvl9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pPr>
            <a:r>
              <a:rPr sz="3675" b="1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Начало</a:t>
            </a:r>
            <a:r>
              <a:rPr sz="3675" b="1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3675" b="1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работы</a:t>
            </a:r>
            <a:r>
              <a:rPr sz="3675" b="1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 с </a:t>
            </a:r>
            <a:r>
              <a:rPr sz="3675" b="1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ботом</a:t>
            </a:r>
            <a:r>
              <a:rPr lang="ru-RU" sz="3675" b="1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 (пользователь</a:t>
            </a:r>
            <a:r>
              <a:rPr lang="en-US" sz="3675" b="1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/HR</a:t>
            </a:r>
            <a:r>
              <a:rPr lang="ru-RU" dirty="0"/>
              <a:t>)</a:t>
            </a:r>
            <a:endParaRPr sz="3675" b="1" dirty="0">
              <a:solidFill>
                <a:srgbClr val="F7F8FD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surface-61">
            <a:extLst>
              <a:ext uri="{FF2B5EF4-FFF2-40B4-BE49-F238E27FC236}">
                <a16:creationId xmlns:a16="http://schemas.microsoft.com/office/drawing/2014/main" id="{DCA766D0-0462-4CA2-994B-23BEFCF6D161}"/>
              </a:ext>
            </a:extLst>
          </p:cNvPr>
          <p:cNvSpPr>
            <a:spLocks noGrp="1"/>
          </p:cNvSpPr>
          <p:nvPr/>
        </p:nvSpPr>
        <p:spPr>
          <a:xfrm>
            <a:off x="762000" y="1704975"/>
            <a:ext cx="13716000" cy="5734050"/>
          </a:xfrm>
          <a:prstGeom prst="roundRect">
            <a:avLst>
              <a:gd name="adj" fmla="val 3987"/>
            </a:avLst>
          </a:prstGeom>
          <a:gradFill>
            <a:gsLst>
              <a:gs pos="0">
                <a:srgbClr val="111724"/>
              </a:gs>
              <a:gs pos="100000">
                <a:srgbClr val="161829"/>
              </a:gs>
            </a:gsLst>
            <a:lin ang="1500000"/>
          </a:gradFill>
          <a:ln w="11430">
            <a:solidFill>
              <a:srgbClr val="30395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7" name="text-64">
            <a:extLst>
              <a:ext uri="{FF2B5EF4-FFF2-40B4-BE49-F238E27FC236}">
                <a16:creationId xmlns:a16="http://schemas.microsoft.com/office/drawing/2014/main" id="{6BBC5A32-578D-40E3-9A48-50618EA1BF74}"/>
              </a:ext>
            </a:extLst>
          </p:cNvPr>
          <p:cNvSpPr>
            <a:spLocks noGrp="1"/>
          </p:cNvSpPr>
          <p:nvPr/>
        </p:nvSpPr>
        <p:spPr>
          <a:xfrm>
            <a:off x="819150" y="7677150"/>
            <a:ext cx="122872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87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87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pPr>
            <a:endParaRPr sz="1875" b="0" dirty="0">
              <a:solidFill>
                <a:srgbClr val="A8B1C4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5" name="photo-border-10">
            <a:extLst xmlns:a="http://schemas.openxmlformats.org/drawingml/2006/main">
              <a:ext uri="{FF2B5EF4-FFF2-40B4-BE49-F238E27FC236}">
                <a16:creationId xmlns:a16="http://schemas.microsoft.com/office/drawing/2014/main" id="{5A088A46-AB57-4790-8014-5AB26B58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1606" y="2012822"/>
            <a:ext cx="5283460" cy="5118351"/>
          </a:xfrm>
          <a:prstGeom xmlns:a="http://schemas.openxmlformats.org/drawingml/2006/main" prst="roundRect">
            <a:avLst>
              <a:gd name="adj" fmla="val 3461"/>
            </a:avLst>
          </a:prstGeom>
          <a:solidFill xmlns:a="http://schemas.openxmlformats.org/drawingml/2006/main">
            <a:srgbClr val="141825"/>
          </a:solidFill>
          <a:ln xmlns:a="http://schemas.openxmlformats.org/drawingml/2006/main" w="11430">
            <a:solidFill>
              <a:srgbClr val="484167"/>
            </a:solidFill>
            <a:prstDash val="solid"/>
          </a:ln>
        </p:spPr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6AB5201-0816-4129-A6AA-D1FC85A50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5906" y="2127122"/>
            <a:ext cx="5054860" cy="4889751"/>
          </a:xfrm>
          <a:prstGeom prst="rect">
            <a:avLst/>
          </a:prstGeom>
        </p:spPr>
      </p:pic>
      <p:sp>
        <p:nvSpPr>
          <p:cNvPr id="16" name="photo-border-12">
            <a:extLst xmlns:a="http://schemas.openxmlformats.org/drawingml/2006/main">
              <a:ext uri="{FF2B5EF4-FFF2-40B4-BE49-F238E27FC236}">
                <a16:creationId xmlns:a16="http://schemas.microsoft.com/office/drawing/2014/main" id="{CA3345F5-EF4A-4F2E-AA4D-1A0D1BCD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650" y="2819314"/>
            <a:ext cx="5016746" cy="3505368"/>
          </a:xfrm>
          <a:prstGeom xmlns:a="http://schemas.openxmlformats.org/drawingml/2006/main" prst="roundRect">
            <a:avLst>
              <a:gd name="adj" fmla="val 5054"/>
            </a:avLst>
          </a:prstGeom>
          <a:solidFill xmlns:a="http://schemas.openxmlformats.org/drawingml/2006/main">
            <a:srgbClr val="141825"/>
          </a:solidFill>
          <a:ln xmlns:a="http://schemas.openxmlformats.org/drawingml/2006/main" w="11430">
            <a:solidFill>
              <a:srgbClr val="484167"/>
            </a:solidFill>
            <a:prstDash val="solid"/>
          </a:ln>
        </p:spPr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05BC817-1F81-467F-BF7C-C78B37AE8A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5950" y="2933614"/>
            <a:ext cx="4788146" cy="3276768"/>
          </a:xfrm>
          <a:prstGeom prst="rect">
            <a:avLst/>
          </a:prstGeom>
        </p:spPr>
      </p:pic>
      <p:sp>
        <p:nvSpPr>
          <p:cNvPr id="13" name="surface-7">
            <a:extLst>
              <a:ext uri="{FF2B5EF4-FFF2-40B4-BE49-F238E27FC236}">
                <a16:creationId xmlns:a16="http://schemas.microsoft.com/office/drawing/2014/main" id="{B8B1B5A1-FCA6-4E9A-8AB1-60DEC64A5F0C}"/>
              </a:ext>
            </a:extLst>
          </p:cNvPr>
          <p:cNvSpPr>
            <a:spLocks noGrp="1"/>
          </p:cNvSpPr>
          <p:nvPr/>
        </p:nvSpPr>
        <p:spPr>
          <a:xfrm>
            <a:off x="12996823" y="104678"/>
            <a:ext cx="1535335" cy="1519553"/>
          </a:xfrm>
          <a:prstGeom prst="roundRect">
            <a:avLst>
              <a:gd name="adj" fmla="val 5051"/>
            </a:avLst>
          </a:prstGeom>
          <a:gradFill>
            <a:gsLst>
              <a:gs pos="0">
                <a:srgbClr val="27324A"/>
              </a:gs>
              <a:gs pos="100000">
                <a:srgbClr val="2B2042"/>
              </a:gs>
            </a:gsLst>
            <a:lin ang="1500000"/>
          </a:gradFill>
          <a:ln w="11430">
            <a:solidFill>
              <a:srgbClr val="6D6CF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  <p:txBody>
          <a:bodyPr/>
          <a:lstStyle/>
          <a:p>
            <a:endParaRPr lang="ru-RU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3C0EFA5-B08C-46BF-9354-5C4E7A0099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23902" y="134965"/>
            <a:ext cx="1481176" cy="145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747700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80A12"/>
            </a:gs>
            <a:gs pos="100000">
              <a:srgbClr val="111326"/>
            </a:gs>
          </a:gsLst>
          <a:lin ang="198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-72">
            <a:extLst>
              <a:ext uri="{FF2B5EF4-FFF2-40B4-BE49-F238E27FC236}">
                <a16:creationId xmlns:a16="http://schemas.microsoft.com/office/drawing/2014/main" id="{4E3FDBA4-2991-4090-9C80-F3D482B06C9D}"/>
              </a:ext>
            </a:extLst>
          </p:cNvPr>
          <p:cNvSpPr>
            <a:spLocks noGrp="1"/>
          </p:cNvSpPr>
          <p:nvPr/>
        </p:nvSpPr>
        <p:spPr>
          <a:xfrm>
            <a:off x="13811250" y="7981950"/>
            <a:ext cx="666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defPPr>
            <a:lvl1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1pPr>
            <a:lvl2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2pPr>
            <a:lvl3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3pPr>
            <a:lvl4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4pPr>
            <a:lvl5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5pPr>
            <a:lvl6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6pPr>
            <a:lvl7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7pPr>
            <a:lvl8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8pPr>
            <a:lvl9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pPr>
            <a:r>
              <a:rPr sz="1500" b="0" dirty="0">
                <a:solidFill>
                  <a:srgbClr val="75819A"/>
                </a:solidFill>
                <a:latin typeface="Segoe UI"/>
                <a:ea typeface="Segoe UI"/>
                <a:cs typeface="Segoe UI"/>
              </a:rPr>
              <a:t>0</a:t>
            </a:r>
            <a:r>
              <a:rPr lang="ru-RU" sz="1500" b="0" dirty="0">
                <a:solidFill>
                  <a:srgbClr val="75819A"/>
                </a:solidFill>
                <a:latin typeface="Segoe UI"/>
                <a:ea typeface="Segoe UI"/>
                <a:cs typeface="Segoe UI"/>
              </a:rPr>
              <a:t>6</a:t>
            </a:r>
          </a:p>
          <a:p>
            <a: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pPr>
            <a:endParaRPr sz="1500" b="0" dirty="0">
              <a:solidFill>
                <a:srgbClr val="75819A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2" name="text-73">
            <a:extLst>
              <a:ext uri="{FF2B5EF4-FFF2-40B4-BE49-F238E27FC236}">
                <a16:creationId xmlns:a16="http://schemas.microsoft.com/office/drawing/2014/main" id="{2727AA7F-6AD9-4E8E-B399-4242D6BB1E54}"/>
              </a:ext>
            </a:extLst>
          </p:cNvPr>
          <p:cNvSpPr>
            <a:spLocks noGrp="1"/>
          </p:cNvSpPr>
          <p:nvPr/>
        </p:nvSpPr>
        <p:spPr>
          <a:xfrm>
            <a:off x="762000" y="600075"/>
            <a:ext cx="1143000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defPPr>
            <a:lvl1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1pPr>
            <a:lvl2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2pPr>
            <a:lvl3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3pPr>
            <a:lvl4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4pPr>
            <a:lvl5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5pPr>
            <a:lvl6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6pPr>
            <a:lvl7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7pPr>
            <a:lvl8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8pPr>
            <a:lvl9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pPr>
            <a:r>
              <a:rPr sz="3675" b="1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Отправка</a:t>
            </a:r>
            <a:r>
              <a:rPr sz="3675" b="1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3675" b="1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вопроса</a:t>
            </a:r>
            <a:endParaRPr sz="3675" b="1" dirty="0">
              <a:solidFill>
                <a:srgbClr val="F7F8FD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-75">
            <a:extLst>
              <a:ext uri="{FF2B5EF4-FFF2-40B4-BE49-F238E27FC236}">
                <a16:creationId xmlns:a16="http://schemas.microsoft.com/office/drawing/2014/main" id="{8799F75A-431D-4260-9FC8-8222A1C7C0BC}"/>
              </a:ext>
            </a:extLst>
          </p:cNvPr>
          <p:cNvSpPr>
            <a:spLocks noGrp="1"/>
          </p:cNvSpPr>
          <p:nvPr/>
        </p:nvSpPr>
        <p:spPr>
          <a:xfrm>
            <a:off x="762000" y="2828925"/>
            <a:ext cx="6286500" cy="2714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55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defPPr>
            <a:lvl1pPr>
              <a:defRPr sz="55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1pPr>
            <a:lvl2pPr>
              <a:defRPr sz="55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2pPr>
            <a:lvl3pPr>
              <a:defRPr sz="55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3pPr>
            <a:lvl4pPr>
              <a:defRPr sz="55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4pPr>
            <a:lvl5pPr>
              <a:defRPr sz="55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5pPr>
            <a:lvl6pPr>
              <a:defRPr sz="55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6pPr>
            <a:lvl7pPr>
              <a:defRPr sz="55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7pPr>
            <a:lvl8pPr>
              <a:defRPr sz="55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8pPr>
            <a:lvl9pPr>
              <a:defRPr sz="55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55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pPr>
            <a:r>
              <a:rPr sz="5550" b="1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Один</a:t>
            </a:r>
            <a:r>
              <a:rPr sz="5550" b="1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5550" b="1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запрос</a:t>
            </a:r>
            <a:r>
              <a:rPr sz="5550" b="1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.</a:t>
            </a:r>
          </a:p>
          <a:p>
            <a:pPr>
              <a:defRPr sz="55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pPr>
            <a:r>
              <a:rPr sz="5550" b="1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Несколько</a:t>
            </a:r>
            <a:endParaRPr sz="5550" b="1" dirty="0">
              <a:solidFill>
                <a:srgbClr val="F7F8FD"/>
              </a:solidFill>
              <a:latin typeface="Segoe UI"/>
              <a:ea typeface="Segoe UI"/>
              <a:cs typeface="Segoe UI"/>
            </a:endParaRPr>
          </a:p>
          <a:p>
            <a:pPr>
              <a:defRPr sz="55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pPr>
            <a:r>
              <a:rPr sz="5550" b="1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вопросов</a:t>
            </a:r>
            <a:r>
              <a:rPr sz="5550" b="1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5" name="surface-76">
            <a:extLst>
              <a:ext uri="{FF2B5EF4-FFF2-40B4-BE49-F238E27FC236}">
                <a16:creationId xmlns:a16="http://schemas.microsoft.com/office/drawing/2014/main" id="{97769616-87EA-4BE1-B6BB-94414228F4D8}"/>
              </a:ext>
            </a:extLst>
          </p:cNvPr>
          <p:cNvSpPr>
            <a:spLocks noGrp="1"/>
          </p:cNvSpPr>
          <p:nvPr/>
        </p:nvSpPr>
        <p:spPr>
          <a:xfrm>
            <a:off x="7524750" y="1647825"/>
            <a:ext cx="6953250" cy="5791200"/>
          </a:xfrm>
          <a:prstGeom prst="roundRect">
            <a:avLst>
              <a:gd name="adj" fmla="val 3947"/>
            </a:avLst>
          </a:prstGeom>
          <a:solidFill>
            <a:srgbClr val="141825"/>
          </a:solidFill>
          <a:ln w="11430">
            <a:solidFill>
              <a:srgbClr val="48416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5E9AB1A-61A3-4CB4-B33B-97C479B083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80128" y="1704975"/>
            <a:ext cx="5642495" cy="5676900"/>
          </a:xfrm>
          <a:prstGeom prst="rect">
            <a:avLst/>
          </a:prstGeom>
        </p:spPr>
      </p:pic>
      <p:sp>
        <p:nvSpPr>
          <p:cNvPr id="7" name="text-77">
            <a:extLst>
              <a:ext uri="{FF2B5EF4-FFF2-40B4-BE49-F238E27FC236}">
                <a16:creationId xmlns:a16="http://schemas.microsoft.com/office/drawing/2014/main" id="{AF7908B7-9BF6-4077-A27C-A4C261F92638}"/>
              </a:ext>
            </a:extLst>
          </p:cNvPr>
          <p:cNvSpPr>
            <a:spLocks noGrp="1"/>
          </p:cNvSpPr>
          <p:nvPr/>
        </p:nvSpPr>
        <p:spPr>
          <a:xfrm>
            <a:off x="819150" y="7677150"/>
            <a:ext cx="122872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87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87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8B1C4"/>
                </a:solidFill>
                <a:latin typeface="Segoe UI"/>
                <a:ea typeface="Segoe UI"/>
                <a:cs typeface="Segoe UI"/>
              </a:rPr>
              <a:t>Реальный запрос в боте</a:t>
            </a:r>
          </a:p>
        </p:txBody>
      </p:sp>
      <p:sp>
        <p:nvSpPr>
          <p:cNvPr id="11" name="surface-7">
            <a:extLst>
              <a:ext uri="{FF2B5EF4-FFF2-40B4-BE49-F238E27FC236}">
                <a16:creationId xmlns:a16="http://schemas.microsoft.com/office/drawing/2014/main" id="{FAAE5792-1714-430E-8BC0-8833303DF0C9}"/>
              </a:ext>
            </a:extLst>
          </p:cNvPr>
          <p:cNvSpPr>
            <a:spLocks noGrp="1"/>
          </p:cNvSpPr>
          <p:nvPr/>
        </p:nvSpPr>
        <p:spPr>
          <a:xfrm>
            <a:off x="12996823" y="74450"/>
            <a:ext cx="1535335" cy="1519553"/>
          </a:xfrm>
          <a:prstGeom prst="roundRect">
            <a:avLst>
              <a:gd name="adj" fmla="val 5051"/>
            </a:avLst>
          </a:prstGeom>
          <a:gradFill>
            <a:gsLst>
              <a:gs pos="0">
                <a:srgbClr val="27324A"/>
              </a:gs>
              <a:gs pos="100000">
                <a:srgbClr val="2B2042"/>
              </a:gs>
            </a:gsLst>
            <a:lin ang="1500000"/>
          </a:gradFill>
          <a:ln w="11430">
            <a:solidFill>
              <a:srgbClr val="6D6CF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  <p:txBody>
          <a:bodyPr/>
          <a:lstStyle/>
          <a:p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A0223C1-C428-46CF-BCFB-B7B92DEB76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23902" y="86828"/>
            <a:ext cx="1481176" cy="145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607562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80A12"/>
            </a:gs>
            <a:gs pos="100000">
              <a:srgbClr val="111326"/>
            </a:gs>
          </a:gsLst>
          <a:lin ang="198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-78">
            <a:extLst>
              <a:ext uri="{FF2B5EF4-FFF2-40B4-BE49-F238E27FC236}">
                <a16:creationId xmlns:a16="http://schemas.microsoft.com/office/drawing/2014/main" id="{29BDAF40-D060-4413-B082-0440B4EB9253}"/>
              </a:ext>
            </a:extLst>
          </p:cNvPr>
          <p:cNvSpPr>
            <a:spLocks noGrp="1"/>
          </p:cNvSpPr>
          <p:nvPr/>
        </p:nvSpPr>
        <p:spPr>
          <a:xfrm>
            <a:off x="13811250" y="7981950"/>
            <a:ext cx="666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defPPr>
            <a:lvl1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1pPr>
            <a:lvl2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2pPr>
            <a:lvl3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3pPr>
            <a:lvl4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4pPr>
            <a:lvl5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5pPr>
            <a:lvl6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6pPr>
            <a:lvl7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7pPr>
            <a:lvl8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8pPr>
            <a:lvl9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pPr>
            <a:r>
              <a:rPr sz="1500" b="0" dirty="0">
                <a:solidFill>
                  <a:srgbClr val="75819A"/>
                </a:solidFill>
                <a:latin typeface="Segoe UI"/>
                <a:ea typeface="Segoe UI"/>
                <a:cs typeface="Segoe UI"/>
              </a:rPr>
              <a:t>0</a:t>
            </a:r>
            <a:r>
              <a:rPr lang="ru-RU" sz="1500" b="0" dirty="0">
                <a:solidFill>
                  <a:srgbClr val="75819A"/>
                </a:solidFill>
                <a:latin typeface="Segoe UI"/>
                <a:ea typeface="Segoe UI"/>
                <a:cs typeface="Segoe UI"/>
              </a:rPr>
              <a:t>7</a:t>
            </a:r>
          </a:p>
          <a:p>
            <a: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pPr>
            <a:endParaRPr sz="1500" b="0" dirty="0">
              <a:solidFill>
                <a:srgbClr val="75819A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2" name="text-79">
            <a:extLst>
              <a:ext uri="{FF2B5EF4-FFF2-40B4-BE49-F238E27FC236}">
                <a16:creationId xmlns:a16="http://schemas.microsoft.com/office/drawing/2014/main" id="{D3829EB8-27F3-4425-9A66-2599FF07A01C}"/>
              </a:ext>
            </a:extLst>
          </p:cNvPr>
          <p:cNvSpPr>
            <a:spLocks noGrp="1"/>
          </p:cNvSpPr>
          <p:nvPr/>
        </p:nvSpPr>
        <p:spPr>
          <a:xfrm>
            <a:off x="762000" y="600075"/>
            <a:ext cx="1143000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defPPr>
            <a:lvl1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1pPr>
            <a:lvl2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2pPr>
            <a:lvl3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3pPr>
            <a:lvl4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4pPr>
            <a:lvl5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5pPr>
            <a:lvl6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6pPr>
            <a:lvl7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7pPr>
            <a:lvl8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8pPr>
            <a:lvl9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pPr>
            <a:r>
              <a:rPr sz="3675" b="1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Ответ</a:t>
            </a:r>
            <a:r>
              <a:rPr sz="3675" b="1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3675" b="1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на</a:t>
            </a:r>
            <a:r>
              <a:rPr sz="3675" b="1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3675" b="1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основе</a:t>
            </a:r>
            <a:r>
              <a:rPr sz="3675" b="1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3675" b="1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базы</a:t>
            </a:r>
            <a:r>
              <a:rPr sz="3675" b="1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3675" b="1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знаний</a:t>
            </a:r>
            <a:endParaRPr sz="3675" b="1" dirty="0">
              <a:solidFill>
                <a:srgbClr val="F7F8FD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-81">
            <a:extLst>
              <a:ext uri="{FF2B5EF4-FFF2-40B4-BE49-F238E27FC236}">
                <a16:creationId xmlns:a16="http://schemas.microsoft.com/office/drawing/2014/main" id="{E58DFF69-7271-464B-BED2-FE4986A4E3AF}"/>
              </a:ext>
            </a:extLst>
          </p:cNvPr>
          <p:cNvSpPr>
            <a:spLocks noGrp="1"/>
          </p:cNvSpPr>
          <p:nvPr/>
        </p:nvSpPr>
        <p:spPr>
          <a:xfrm>
            <a:off x="762000" y="2828925"/>
            <a:ext cx="6286500" cy="2714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55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defPPr>
            <a:lvl1pPr>
              <a:defRPr sz="55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1pPr>
            <a:lvl2pPr>
              <a:defRPr sz="55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2pPr>
            <a:lvl3pPr>
              <a:defRPr sz="55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3pPr>
            <a:lvl4pPr>
              <a:defRPr sz="55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4pPr>
            <a:lvl5pPr>
              <a:defRPr sz="55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5pPr>
            <a:lvl6pPr>
              <a:defRPr sz="55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6pPr>
            <a:lvl7pPr>
              <a:defRPr sz="55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7pPr>
            <a:lvl8pPr>
              <a:defRPr sz="55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8pPr>
            <a:lvl9pPr>
              <a:defRPr sz="55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55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pPr>
            <a:r>
              <a:rPr sz="5550" b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Ответ</a:t>
            </a:r>
          </a:p>
          <a:p>
            <a:pPr>
              <a:defRPr sz="55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pPr>
            <a:r>
              <a:rPr sz="5550" b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с опорой</a:t>
            </a:r>
          </a:p>
          <a:p>
            <a:pPr>
              <a:defRPr sz="55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pPr>
            <a:r>
              <a:rPr sz="5550" b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на документы</a:t>
            </a:r>
          </a:p>
        </p:txBody>
      </p:sp>
      <p:sp>
        <p:nvSpPr>
          <p:cNvPr id="5" name="surface-82">
            <a:extLst>
              <a:ext uri="{FF2B5EF4-FFF2-40B4-BE49-F238E27FC236}">
                <a16:creationId xmlns:a16="http://schemas.microsoft.com/office/drawing/2014/main" id="{A69B9160-8D24-45FC-86C5-36339EA0471E}"/>
              </a:ext>
            </a:extLst>
          </p:cNvPr>
          <p:cNvSpPr>
            <a:spLocks noGrp="1"/>
          </p:cNvSpPr>
          <p:nvPr/>
        </p:nvSpPr>
        <p:spPr>
          <a:xfrm>
            <a:off x="7480663" y="1820091"/>
            <a:ext cx="7051495" cy="5985865"/>
          </a:xfrm>
          <a:prstGeom prst="roundRect">
            <a:avLst>
              <a:gd name="adj" fmla="val 3947"/>
            </a:avLst>
          </a:prstGeom>
          <a:solidFill>
            <a:srgbClr val="141825"/>
          </a:solidFill>
          <a:ln w="11430">
            <a:solidFill>
              <a:srgbClr val="48416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7EB45CF-F2FD-4CD4-9978-A460343E65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8000"/>
          <a:stretch/>
        </p:blipFill>
        <p:spPr>
          <a:xfrm>
            <a:off x="7697832" y="2059891"/>
            <a:ext cx="6572250" cy="5524500"/>
          </a:xfrm>
          <a:prstGeom prst="rect">
            <a:avLst/>
          </a:prstGeom>
        </p:spPr>
      </p:pic>
      <p:sp>
        <p:nvSpPr>
          <p:cNvPr id="7" name="text-83">
            <a:extLst>
              <a:ext uri="{FF2B5EF4-FFF2-40B4-BE49-F238E27FC236}">
                <a16:creationId xmlns:a16="http://schemas.microsoft.com/office/drawing/2014/main" id="{669E6A9B-9A29-477B-8BD7-9799C842DB5C}"/>
              </a:ext>
            </a:extLst>
          </p:cNvPr>
          <p:cNvSpPr>
            <a:spLocks noGrp="1"/>
          </p:cNvSpPr>
          <p:nvPr/>
        </p:nvSpPr>
        <p:spPr>
          <a:xfrm>
            <a:off x="819150" y="7677150"/>
            <a:ext cx="122872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87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87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8B1C4"/>
                </a:solidFill>
                <a:latin typeface="Segoe UI"/>
                <a:ea typeface="Segoe UI"/>
                <a:cs typeface="Segoe UI"/>
              </a:rPr>
              <a:t>Фрагмент реального ответа с указанием источников</a:t>
            </a:r>
          </a:p>
        </p:txBody>
      </p:sp>
      <p:sp>
        <p:nvSpPr>
          <p:cNvPr id="9" name="surface-7">
            <a:extLst>
              <a:ext uri="{FF2B5EF4-FFF2-40B4-BE49-F238E27FC236}">
                <a16:creationId xmlns:a16="http://schemas.microsoft.com/office/drawing/2014/main" id="{FF32873E-ECA5-4750-8C33-7B812EF19B7B}"/>
              </a:ext>
            </a:extLst>
          </p:cNvPr>
          <p:cNvSpPr>
            <a:spLocks noGrp="1"/>
          </p:cNvSpPr>
          <p:nvPr/>
        </p:nvSpPr>
        <p:spPr>
          <a:xfrm>
            <a:off x="12996823" y="104678"/>
            <a:ext cx="1535335" cy="1519553"/>
          </a:xfrm>
          <a:prstGeom prst="roundRect">
            <a:avLst>
              <a:gd name="adj" fmla="val 5051"/>
            </a:avLst>
          </a:prstGeom>
          <a:gradFill>
            <a:gsLst>
              <a:gs pos="0">
                <a:srgbClr val="27324A"/>
              </a:gs>
              <a:gs pos="100000">
                <a:srgbClr val="2B2042"/>
              </a:gs>
            </a:gsLst>
            <a:lin ang="1500000"/>
          </a:gradFill>
          <a:ln w="11430">
            <a:solidFill>
              <a:srgbClr val="6D6CF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  <p:txBody>
          <a:bodyPr/>
          <a:lstStyle/>
          <a:p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A035565-6046-40A5-B649-01CA53FBCB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23902" y="134965"/>
            <a:ext cx="1481176" cy="145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713514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80A12"/>
            </a:gs>
            <a:gs pos="100000">
              <a:srgbClr val="111326"/>
            </a:gs>
          </a:gsLst>
          <a:lin ang="198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rface-82">
            <a:extLst>
              <a:ext uri="{FF2B5EF4-FFF2-40B4-BE49-F238E27FC236}">
                <a16:creationId xmlns:a16="http://schemas.microsoft.com/office/drawing/2014/main" id="{879C8CF0-6410-ED3E-AA26-DABD3A91225E}"/>
              </a:ext>
            </a:extLst>
          </p:cNvPr>
          <p:cNvSpPr>
            <a:spLocks noGrp="1"/>
          </p:cNvSpPr>
          <p:nvPr/>
        </p:nvSpPr>
        <p:spPr>
          <a:xfrm>
            <a:off x="8108830" y="1354347"/>
            <a:ext cx="6556076" cy="6443932"/>
          </a:xfrm>
          <a:prstGeom prst="roundRect">
            <a:avLst>
              <a:gd name="adj" fmla="val 3947"/>
            </a:avLst>
          </a:prstGeom>
          <a:solidFill>
            <a:srgbClr val="141825"/>
          </a:solidFill>
          <a:ln w="11430">
            <a:solidFill>
              <a:srgbClr val="48416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8" name="text-84">
            <a:extLst>
              <a:ext uri="{FF2B5EF4-FFF2-40B4-BE49-F238E27FC236}">
                <a16:creationId xmlns:a16="http://schemas.microsoft.com/office/drawing/2014/main" id="{E92DA9A3-DD75-47AD-852D-53005BF4AF31}"/>
              </a:ext>
            </a:extLst>
          </p:cNvPr>
          <p:cNvSpPr>
            <a:spLocks noGrp="1"/>
          </p:cNvSpPr>
          <p:nvPr/>
        </p:nvSpPr>
        <p:spPr>
          <a:xfrm>
            <a:off x="13823950" y="7981950"/>
            <a:ext cx="666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defPPr>
            <a:lvl1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1pPr>
            <a:lvl2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2pPr>
            <a:lvl3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3pPr>
            <a:lvl4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4pPr>
            <a:lvl5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5pPr>
            <a:lvl6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6pPr>
            <a:lvl7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7pPr>
            <a:lvl8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8pPr>
            <a:lvl9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pPr>
            <a:r>
              <a:rPr sz="1500" b="0" dirty="0">
                <a:solidFill>
                  <a:srgbClr val="75819A"/>
                </a:solidFill>
                <a:latin typeface="Segoe UI"/>
                <a:ea typeface="Segoe UI"/>
                <a:cs typeface="Segoe UI"/>
              </a:rPr>
              <a:t>0</a:t>
            </a:r>
            <a:r>
              <a:rPr lang="ru-RU" sz="1500" b="0" dirty="0">
                <a:solidFill>
                  <a:srgbClr val="75819A"/>
                </a:solidFill>
                <a:latin typeface="Segoe UI"/>
                <a:ea typeface="Segoe UI"/>
                <a:cs typeface="Segoe UI"/>
              </a:rPr>
              <a:t>8</a:t>
            </a:r>
          </a:p>
        </p:txBody>
      </p:sp>
      <p:sp>
        <p:nvSpPr>
          <p:cNvPr id="2" name="text-85">
            <a:extLst>
              <a:ext uri="{FF2B5EF4-FFF2-40B4-BE49-F238E27FC236}">
                <a16:creationId xmlns:a16="http://schemas.microsoft.com/office/drawing/2014/main" id="{C2201117-FD7A-41EB-8D50-02508C5FA978}"/>
              </a:ext>
            </a:extLst>
          </p:cNvPr>
          <p:cNvSpPr>
            <a:spLocks noGrp="1"/>
          </p:cNvSpPr>
          <p:nvPr/>
        </p:nvSpPr>
        <p:spPr>
          <a:xfrm>
            <a:off x="762000" y="600075"/>
            <a:ext cx="1143000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defPPr>
            <a:lvl1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1pPr>
            <a:lvl2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2pPr>
            <a:lvl3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3pPr>
            <a:lvl4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4pPr>
            <a:lvl5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5pPr>
            <a:lvl6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6pPr>
            <a:lvl7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7pPr>
            <a:lvl8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8pPr>
            <a:lvl9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pPr>
            <a:r>
              <a:rPr lang="ru-RU" sz="3675" b="1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Отправка вопроса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309D8D-0975-4DE8-AD3D-6A972C51CBA9}"/>
              </a:ext>
            </a:extLst>
          </p:cNvPr>
          <p:cNvSpPr txBox="1"/>
          <p:nvPr/>
        </p:nvSpPr>
        <p:spPr>
          <a:xfrm>
            <a:off x="376409" y="2531923"/>
            <a:ext cx="7618164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pPr>
            <a:r>
              <a:rPr kumimoji="0" lang="ru-RU" sz="5550" b="1" i="0" u="none" strike="noStrike" kern="1200" cap="none" spc="0" normalizeH="0" baseline="0" noProof="0" dirty="0">
                <a:ln>
                  <a:noFill/>
                </a:ln>
                <a:solidFill>
                  <a:srgbClr val="F7F8FD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О</a:t>
            </a:r>
            <a:r>
              <a:rPr lang="ru-RU" sz="5550" b="1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твечает</a:t>
            </a:r>
            <a:r>
              <a:rPr lang="ru-RU" sz="5550" b="1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 даже на непонятные с первого взгляда вопросы</a:t>
            </a:r>
            <a:endParaRPr kumimoji="0" lang="ru-RU" sz="5550" b="1" i="0" u="none" strike="noStrike" kern="1200" cap="none" spc="0" normalizeH="0" baseline="0" noProof="0" dirty="0">
              <a:ln>
                <a:noFill/>
              </a:ln>
              <a:solidFill>
                <a:srgbClr val="F7F8FD"/>
              </a:solidFill>
              <a:effectLst/>
              <a:uLnTx/>
              <a:uFillTx/>
              <a:latin typeface="Segoe UI"/>
              <a:ea typeface="Segoe UI"/>
              <a:cs typeface="Segoe UI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E97C0DA-61E3-4E7E-85C6-B05F7039E3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7515" y="1537239"/>
            <a:ext cx="6144921" cy="6053707"/>
          </a:xfrm>
          <a:prstGeom prst="rect">
            <a:avLst/>
          </a:prstGeom>
        </p:spPr>
      </p:pic>
      <p:sp>
        <p:nvSpPr>
          <p:cNvPr id="6" name="surface-7">
            <a:extLst>
              <a:ext uri="{FF2B5EF4-FFF2-40B4-BE49-F238E27FC236}">
                <a16:creationId xmlns:a16="http://schemas.microsoft.com/office/drawing/2014/main" id="{74212DCB-EE67-44CB-A4B9-7790649F0804}"/>
              </a:ext>
            </a:extLst>
          </p:cNvPr>
          <p:cNvSpPr>
            <a:spLocks noGrp="1"/>
          </p:cNvSpPr>
          <p:nvPr/>
        </p:nvSpPr>
        <p:spPr>
          <a:xfrm>
            <a:off x="13388829" y="104679"/>
            <a:ext cx="1143329" cy="1061391"/>
          </a:xfrm>
          <a:prstGeom prst="roundRect">
            <a:avLst>
              <a:gd name="adj" fmla="val 5051"/>
            </a:avLst>
          </a:prstGeom>
          <a:gradFill>
            <a:gsLst>
              <a:gs pos="0">
                <a:srgbClr val="27324A"/>
              </a:gs>
              <a:gs pos="100000">
                <a:srgbClr val="2B2042"/>
              </a:gs>
            </a:gsLst>
            <a:lin ang="1500000"/>
          </a:gradFill>
          <a:ln w="11430">
            <a:solidFill>
              <a:srgbClr val="6D6CF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  <p:txBody>
          <a:bodyPr/>
          <a:lstStyle/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098C5A6-8805-4E4C-B594-20ED62BEA2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38114" y="115998"/>
            <a:ext cx="1052586" cy="1031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051685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80A12"/>
            </a:gs>
            <a:gs pos="100000">
              <a:srgbClr val="111326"/>
            </a:gs>
          </a:gsLst>
          <a:lin ang="198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071579-9833-5723-F667-FE62184A3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rface-82">
            <a:extLst>
              <a:ext uri="{FF2B5EF4-FFF2-40B4-BE49-F238E27FC236}">
                <a16:creationId xmlns:a16="http://schemas.microsoft.com/office/drawing/2014/main" id="{36188D66-536F-114E-33AB-D978A820C5BB}"/>
              </a:ext>
            </a:extLst>
          </p:cNvPr>
          <p:cNvSpPr>
            <a:spLocks noGrp="1"/>
          </p:cNvSpPr>
          <p:nvPr/>
        </p:nvSpPr>
        <p:spPr>
          <a:xfrm>
            <a:off x="7207774" y="2341418"/>
            <a:ext cx="7465266" cy="4489150"/>
          </a:xfrm>
          <a:prstGeom prst="roundRect">
            <a:avLst>
              <a:gd name="adj" fmla="val 3947"/>
            </a:avLst>
          </a:prstGeom>
          <a:solidFill>
            <a:srgbClr val="141825"/>
          </a:solidFill>
          <a:ln w="11430">
            <a:solidFill>
              <a:srgbClr val="48416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8" name="text-84">
            <a:extLst>
              <a:ext uri="{FF2B5EF4-FFF2-40B4-BE49-F238E27FC236}">
                <a16:creationId xmlns:a16="http://schemas.microsoft.com/office/drawing/2014/main" id="{25044CBF-FA89-44B9-11BD-ECA00B27C51A}"/>
              </a:ext>
            </a:extLst>
          </p:cNvPr>
          <p:cNvSpPr>
            <a:spLocks noGrp="1"/>
          </p:cNvSpPr>
          <p:nvPr/>
        </p:nvSpPr>
        <p:spPr>
          <a:xfrm>
            <a:off x="13823950" y="7981950"/>
            <a:ext cx="666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defPPr>
            <a:lvl1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1pPr>
            <a:lvl2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2pPr>
            <a:lvl3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3pPr>
            <a:lvl4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4pPr>
            <a:lvl5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5pPr>
            <a:lvl6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6pPr>
            <a:lvl7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7pPr>
            <a:lvl8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8pPr>
            <a:lvl9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pPr>
            <a:r>
              <a:rPr sz="1500" b="0" dirty="0">
                <a:solidFill>
                  <a:srgbClr val="75819A"/>
                </a:solidFill>
                <a:latin typeface="Segoe UI"/>
                <a:ea typeface="Segoe UI"/>
                <a:cs typeface="Segoe UI"/>
              </a:rPr>
              <a:t>0</a:t>
            </a:r>
            <a:r>
              <a:rPr lang="ru-RU" dirty="0"/>
              <a:t>9</a:t>
            </a:r>
            <a:endParaRPr lang="ru-RU" sz="1500" b="0" dirty="0">
              <a:solidFill>
                <a:srgbClr val="75819A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2" name="text-85">
            <a:extLst>
              <a:ext uri="{FF2B5EF4-FFF2-40B4-BE49-F238E27FC236}">
                <a16:creationId xmlns:a16="http://schemas.microsoft.com/office/drawing/2014/main" id="{0AD287C5-6E2E-97C8-8B50-1C241E5ACEA2}"/>
              </a:ext>
            </a:extLst>
          </p:cNvPr>
          <p:cNvSpPr>
            <a:spLocks noGrp="1"/>
          </p:cNvSpPr>
          <p:nvPr/>
        </p:nvSpPr>
        <p:spPr>
          <a:xfrm>
            <a:off x="762000" y="600075"/>
            <a:ext cx="1143000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defPPr>
            <a:lvl1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1pPr>
            <a:lvl2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2pPr>
            <a:lvl3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3pPr>
            <a:lvl4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4pPr>
            <a:lvl5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5pPr>
            <a:lvl6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6pPr>
            <a:lvl7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7pPr>
            <a:lvl8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8pPr>
            <a:lvl9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pPr>
            <a:r>
              <a:rPr lang="ru-RU" sz="3675" b="1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Отправка вопроса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822350-B059-5A97-A395-7EF61C5A6667}"/>
              </a:ext>
            </a:extLst>
          </p:cNvPr>
          <p:cNvSpPr txBox="1"/>
          <p:nvPr/>
        </p:nvSpPr>
        <p:spPr>
          <a:xfrm>
            <a:off x="376409" y="2948759"/>
            <a:ext cx="7021916" cy="2654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pPr>
            <a:r>
              <a:rPr kumimoji="0" lang="ru-RU" sz="5550" b="1" i="0" u="none" strike="noStrike" kern="1200" cap="none" spc="0" normalizeH="0" baseline="0" noProof="0" dirty="0">
                <a:ln>
                  <a:noFill/>
                </a:ln>
                <a:solidFill>
                  <a:srgbClr val="F7F8FD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Пропускает вопросы не по теме работы</a:t>
            </a:r>
          </a:p>
        </p:txBody>
      </p:sp>
      <p:sp>
        <p:nvSpPr>
          <p:cNvPr id="6" name="surface-7">
            <a:extLst>
              <a:ext uri="{FF2B5EF4-FFF2-40B4-BE49-F238E27FC236}">
                <a16:creationId xmlns:a16="http://schemas.microsoft.com/office/drawing/2014/main" id="{C4E86572-AD4A-8306-3516-6E87656CDE4B}"/>
              </a:ext>
            </a:extLst>
          </p:cNvPr>
          <p:cNvSpPr>
            <a:spLocks noGrp="1"/>
          </p:cNvSpPr>
          <p:nvPr/>
        </p:nvSpPr>
        <p:spPr>
          <a:xfrm>
            <a:off x="13388829" y="104679"/>
            <a:ext cx="1143329" cy="1061391"/>
          </a:xfrm>
          <a:prstGeom prst="roundRect">
            <a:avLst>
              <a:gd name="adj" fmla="val 5051"/>
            </a:avLst>
          </a:prstGeom>
          <a:gradFill>
            <a:gsLst>
              <a:gs pos="0">
                <a:srgbClr val="27324A"/>
              </a:gs>
              <a:gs pos="100000">
                <a:srgbClr val="2B2042"/>
              </a:gs>
            </a:gsLst>
            <a:lin ang="1500000"/>
          </a:gradFill>
          <a:ln w="11430">
            <a:solidFill>
              <a:srgbClr val="6D6CF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  <p:txBody>
          <a:bodyPr/>
          <a:lstStyle/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50A545C-59D0-0526-E40E-6839509BE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8114" y="115998"/>
            <a:ext cx="1052586" cy="103110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816967D-E60E-4ADA-B6E4-8EF542BE11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9361" y="2538224"/>
            <a:ext cx="7162797" cy="410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280629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80A12"/>
            </a:gs>
            <a:gs pos="100000">
              <a:srgbClr val="111326"/>
            </a:gs>
          </a:gsLst>
          <a:lin ang="198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urface-115">
            <a:extLst>
              <a:ext uri="{FF2B5EF4-FFF2-40B4-BE49-F238E27FC236}">
                <a16:creationId xmlns:a16="http://schemas.microsoft.com/office/drawing/2014/main" id="{8A7D58F1-F113-4111-998E-AB68FF1FB616}"/>
              </a:ext>
            </a:extLst>
          </p:cNvPr>
          <p:cNvSpPr>
            <a:spLocks noGrp="1"/>
          </p:cNvSpPr>
          <p:nvPr/>
        </p:nvSpPr>
        <p:spPr>
          <a:xfrm>
            <a:off x="720906" y="1244906"/>
            <a:ext cx="13811250" cy="6194119"/>
          </a:xfrm>
          <a:prstGeom prst="roundRect">
            <a:avLst>
              <a:gd name="adj" fmla="val 3987"/>
            </a:avLst>
          </a:prstGeom>
          <a:gradFill>
            <a:gsLst>
              <a:gs pos="0">
                <a:srgbClr val="111724"/>
              </a:gs>
              <a:gs pos="100000">
                <a:srgbClr val="161829"/>
              </a:gs>
            </a:gsLst>
            <a:lin ang="1500000"/>
          </a:gradFill>
          <a:ln w="11430">
            <a:solidFill>
              <a:srgbClr val="30395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8" name="text-105">
            <a:extLst>
              <a:ext uri="{FF2B5EF4-FFF2-40B4-BE49-F238E27FC236}">
                <a16:creationId xmlns:a16="http://schemas.microsoft.com/office/drawing/2014/main" id="{EF6F6538-03AA-4226-94DD-7122C2C48EE2}"/>
              </a:ext>
            </a:extLst>
          </p:cNvPr>
          <p:cNvSpPr>
            <a:spLocks noGrp="1"/>
          </p:cNvSpPr>
          <p:nvPr/>
        </p:nvSpPr>
        <p:spPr>
          <a:xfrm>
            <a:off x="13811250" y="7981950"/>
            <a:ext cx="666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defPPr>
            <a:lvl1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1pPr>
            <a:lvl2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2pPr>
            <a:lvl3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3pPr>
            <a:lvl4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4pPr>
            <a:lvl5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5pPr>
            <a:lvl6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6pPr>
            <a:lvl7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7pPr>
            <a:lvl8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8pPr>
            <a:lvl9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pPr>
            <a:r>
              <a:rPr lang="ru-RU" sz="1500" b="0" dirty="0">
                <a:solidFill>
                  <a:srgbClr val="75819A"/>
                </a:solidFill>
                <a:latin typeface="Segoe UI"/>
                <a:ea typeface="Segoe UI"/>
                <a:cs typeface="Segoe UI"/>
              </a:rPr>
              <a:t>10</a:t>
            </a:r>
            <a:endParaRPr sz="1500" b="0" dirty="0">
              <a:solidFill>
                <a:srgbClr val="75819A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2" name="text-106">
            <a:extLst>
              <a:ext uri="{FF2B5EF4-FFF2-40B4-BE49-F238E27FC236}">
                <a16:creationId xmlns:a16="http://schemas.microsoft.com/office/drawing/2014/main" id="{C39E6B0F-AEBB-4BAA-9FB4-1268873F8601}"/>
              </a:ext>
            </a:extLst>
          </p:cNvPr>
          <p:cNvSpPr>
            <a:spLocks noGrp="1"/>
          </p:cNvSpPr>
          <p:nvPr/>
        </p:nvSpPr>
        <p:spPr>
          <a:xfrm>
            <a:off x="666750" y="349556"/>
            <a:ext cx="1143000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defPPr>
            <a:lvl1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1pPr>
            <a:lvl2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2pPr>
            <a:lvl3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3pPr>
            <a:lvl4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4pPr>
            <a:lvl5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5pPr>
            <a:lvl6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6pPr>
            <a:lvl7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7pPr>
            <a:lvl8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8pPr>
            <a:lvl9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pPr>
            <a:r>
              <a:rPr sz="3675" b="1" dirty="0" err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Возможности</a:t>
            </a:r>
            <a:r>
              <a:rPr sz="3675" b="1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 HR</a:t>
            </a:r>
          </a:p>
        </p:txBody>
      </p:sp>
      <p:sp>
        <p:nvSpPr>
          <p:cNvPr id="6" name="text-110">
            <a:extLst>
              <a:ext uri="{FF2B5EF4-FFF2-40B4-BE49-F238E27FC236}">
                <a16:creationId xmlns:a16="http://schemas.microsoft.com/office/drawing/2014/main" id="{17B5DA04-9789-4EDD-9CEB-E90D0B82E7A9}"/>
              </a:ext>
            </a:extLst>
          </p:cNvPr>
          <p:cNvSpPr>
            <a:spLocks noGrp="1"/>
          </p:cNvSpPr>
          <p:nvPr/>
        </p:nvSpPr>
        <p:spPr>
          <a:xfrm>
            <a:off x="2047875" y="4846159"/>
            <a:ext cx="11144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1875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875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875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875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875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875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875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875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875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875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ctr">
              <a:defRPr sz="1875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pPr>
            <a:endParaRPr sz="1875" b="0" dirty="0">
              <a:solidFill>
                <a:srgbClr val="75819A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20" name="photo-border-12">
            <a:extLst xmlns:a="http://schemas.openxmlformats.org/drawingml/2006/main">
              <a:ext uri="{FF2B5EF4-FFF2-40B4-BE49-F238E27FC236}">
                <a16:creationId xmlns:a16="http://schemas.microsoft.com/office/drawing/2014/main" id="{316BAE9A-621D-465B-A4DF-58992B55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1698" y="1373053"/>
            <a:ext cx="4233231" cy="5826391"/>
          </a:xfrm>
          <a:prstGeom xmlns:a="http://schemas.openxmlformats.org/drawingml/2006/main" prst="roundRect">
            <a:avLst>
              <a:gd name="adj" fmla="val 4111"/>
            </a:avLst>
          </a:prstGeom>
          <a:solidFill xmlns:a="http://schemas.openxmlformats.org/drawingml/2006/main">
            <a:srgbClr val="141825"/>
          </a:solidFill>
          <a:ln xmlns:a="http://schemas.openxmlformats.org/drawingml/2006/main" w="11430">
            <a:solidFill>
              <a:srgbClr val="484167"/>
            </a:solidFill>
            <a:prstDash val="solid"/>
          </a:ln>
        </p:spPr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80DE34E-A4E4-4FCC-82EF-E33AFE204F2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7330"/>
          <a:stretch/>
        </p:blipFill>
        <p:spPr>
          <a:xfrm>
            <a:off x="10147898" y="1449253"/>
            <a:ext cx="4080831" cy="5673991"/>
          </a:xfrm>
          <a:prstGeom prst="rect">
            <a:avLst/>
          </a:prstGeom>
        </p:spPr>
      </p:pic>
      <p:sp>
        <p:nvSpPr>
          <p:cNvPr id="21" name="photo-border-18">
            <a:extLst xmlns:a="http://schemas.openxmlformats.org/drawingml/2006/main">
              <a:ext uri="{FF2B5EF4-FFF2-40B4-BE49-F238E27FC236}">
                <a16:creationId xmlns:a16="http://schemas.microsoft.com/office/drawing/2014/main" id="{BA7CEF0E-C0A7-431D-B13F-B4104A11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687" y="1391468"/>
            <a:ext cx="3675121" cy="5789562"/>
          </a:xfrm>
          <a:prstGeom xmlns:a="http://schemas.openxmlformats.org/drawingml/2006/main" prst="roundRect">
            <a:avLst>
              <a:gd name="adj" fmla="val 4723"/>
            </a:avLst>
          </a:prstGeom>
          <a:solidFill xmlns:a="http://schemas.openxmlformats.org/drawingml/2006/main">
            <a:srgbClr val="141825"/>
          </a:solidFill>
          <a:ln xmlns:a="http://schemas.openxmlformats.org/drawingml/2006/main" w="11430">
            <a:solidFill>
              <a:srgbClr val="484167"/>
            </a:solidFill>
            <a:prstDash val="solid"/>
          </a:ln>
        </p:spPr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A9D67B84-FB09-44FB-9798-5DDAB2A3242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4363"/>
          <a:stretch/>
        </p:blipFill>
        <p:spPr>
          <a:xfrm>
            <a:off x="1322887" y="1467668"/>
            <a:ext cx="3522721" cy="5637162"/>
          </a:xfrm>
          <a:prstGeom prst="rect">
            <a:avLst/>
          </a:prstGeom>
        </p:spPr>
      </p:pic>
      <p:sp>
        <p:nvSpPr>
          <p:cNvPr id="9" name="surface-7">
            <a:extLst>
              <a:ext uri="{FF2B5EF4-FFF2-40B4-BE49-F238E27FC236}">
                <a16:creationId xmlns:a16="http://schemas.microsoft.com/office/drawing/2014/main" id="{10B441C1-4A78-44D3-9190-4EFBCD31097C}"/>
              </a:ext>
            </a:extLst>
          </p:cNvPr>
          <p:cNvSpPr>
            <a:spLocks noGrp="1"/>
          </p:cNvSpPr>
          <p:nvPr/>
        </p:nvSpPr>
        <p:spPr>
          <a:xfrm>
            <a:off x="13338493" y="27248"/>
            <a:ext cx="1193663" cy="1140228"/>
          </a:xfrm>
          <a:prstGeom prst="roundRect">
            <a:avLst>
              <a:gd name="adj" fmla="val 5051"/>
            </a:avLst>
          </a:prstGeom>
          <a:gradFill>
            <a:gsLst>
              <a:gs pos="0">
                <a:srgbClr val="27324A"/>
              </a:gs>
              <a:gs pos="100000">
                <a:srgbClr val="2B2042"/>
              </a:gs>
            </a:gsLst>
            <a:lin ang="1500000"/>
          </a:gradFill>
          <a:ln w="11430">
            <a:solidFill>
              <a:srgbClr val="6D6CF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  <p:txBody>
          <a:bodyPr/>
          <a:lstStyle/>
          <a:p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A3D5F7D-E7AA-4E7C-832D-79B7FF3EB8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68794" y="42392"/>
            <a:ext cx="1133063" cy="1109940"/>
          </a:xfrm>
          <a:prstGeom prst="rect">
            <a:avLst/>
          </a:prstGeom>
        </p:spPr>
      </p:pic>
      <p:sp>
        <p:nvSpPr>
          <p:cNvPr id="22" name="photo-border-11">
            <a:extLst xmlns:a="http://schemas.openxmlformats.org/drawingml/2006/main">
              <a:ext uri="{FF2B5EF4-FFF2-40B4-BE49-F238E27FC236}">
                <a16:creationId xmlns:a16="http://schemas.microsoft.com/office/drawing/2014/main" id="{587DC87A-A34F-4782-8CCD-008B4A90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703" y="1391469"/>
            <a:ext cx="4933122" cy="5789562"/>
          </a:xfrm>
          <a:prstGeom xmlns:a="http://schemas.openxmlformats.org/drawingml/2006/main" prst="roundRect">
            <a:avLst>
              <a:gd name="adj" fmla="val 3537"/>
            </a:avLst>
          </a:prstGeom>
          <a:solidFill xmlns:a="http://schemas.openxmlformats.org/drawingml/2006/main">
            <a:srgbClr val="141825"/>
          </a:solidFill>
          <a:ln xmlns:a="http://schemas.openxmlformats.org/drawingml/2006/main" w="11430">
            <a:solidFill>
              <a:srgbClr val="484167"/>
            </a:solidFill>
            <a:prstDash val="solid"/>
          </a:ln>
        </p:spPr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81FA47D-04FF-48EE-98AF-69DAC3068E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6903" y="1467669"/>
            <a:ext cx="4780722" cy="5637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309657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80A12"/>
            </a:gs>
            <a:gs pos="100000">
              <a:srgbClr val="111326"/>
            </a:gs>
          </a:gsLst>
          <a:lin ang="198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-112">
            <a:extLst>
              <a:ext uri="{FF2B5EF4-FFF2-40B4-BE49-F238E27FC236}">
                <a16:creationId xmlns:a16="http://schemas.microsoft.com/office/drawing/2014/main" id="{59723DF2-24F7-406D-8725-EAAB6485FD9B}"/>
              </a:ext>
            </a:extLst>
          </p:cNvPr>
          <p:cNvSpPr>
            <a:spLocks noGrp="1"/>
          </p:cNvSpPr>
          <p:nvPr/>
        </p:nvSpPr>
        <p:spPr>
          <a:xfrm>
            <a:off x="13811250" y="7981950"/>
            <a:ext cx="666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defPPr>
            <a:lvl1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1pPr>
            <a:lvl2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2pPr>
            <a:lvl3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3pPr>
            <a:lvl4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4pPr>
            <a:lvl5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5pPr>
            <a:lvl6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6pPr>
            <a:lvl7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7pPr>
            <a:lvl8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8pPr>
            <a:lvl9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pPr>
            <a:r>
              <a:rPr lang="ru-RU" sz="1500" b="0" dirty="0">
                <a:solidFill>
                  <a:srgbClr val="75819A"/>
                </a:solidFill>
                <a:latin typeface="Segoe UI"/>
                <a:ea typeface="Segoe UI"/>
                <a:cs typeface="Segoe UI"/>
              </a:rPr>
              <a:t>11</a:t>
            </a:r>
            <a:endParaRPr sz="1500" b="0" dirty="0">
              <a:solidFill>
                <a:srgbClr val="75819A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2" name="text-113">
            <a:extLst>
              <a:ext uri="{FF2B5EF4-FFF2-40B4-BE49-F238E27FC236}">
                <a16:creationId xmlns:a16="http://schemas.microsoft.com/office/drawing/2014/main" id="{25CA3C9D-60D9-41B7-B589-0B1AF1A99D15}"/>
              </a:ext>
            </a:extLst>
          </p:cNvPr>
          <p:cNvSpPr>
            <a:spLocks noGrp="1"/>
          </p:cNvSpPr>
          <p:nvPr/>
        </p:nvSpPr>
        <p:spPr>
          <a:xfrm>
            <a:off x="762000" y="600075"/>
            <a:ext cx="1143000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defPPr>
            <a:lvl1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1pPr>
            <a:lvl2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2pPr>
            <a:lvl3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3pPr>
            <a:lvl4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4pPr>
            <a:lvl5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5pPr>
            <a:lvl6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6pPr>
            <a:lvl7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7pPr>
            <a:lvl8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8pPr>
            <a:lvl9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367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pPr>
            <a:r>
              <a:rPr lang="ru-RU" sz="3675" b="1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Возможности </a:t>
            </a:r>
            <a:r>
              <a:rPr lang="en-US" sz="3675" b="1" dirty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HR</a:t>
            </a:r>
          </a:p>
        </p:txBody>
      </p:sp>
      <p:sp>
        <p:nvSpPr>
          <p:cNvPr id="4" name="surface-115">
            <a:extLst>
              <a:ext uri="{FF2B5EF4-FFF2-40B4-BE49-F238E27FC236}">
                <a16:creationId xmlns:a16="http://schemas.microsoft.com/office/drawing/2014/main" id="{EAA332EA-5FDA-4031-8557-DC78DD31037D}"/>
              </a:ext>
            </a:extLst>
          </p:cNvPr>
          <p:cNvSpPr>
            <a:spLocks noGrp="1"/>
          </p:cNvSpPr>
          <p:nvPr/>
        </p:nvSpPr>
        <p:spPr>
          <a:xfrm>
            <a:off x="762000" y="1704975"/>
            <a:ext cx="13716000" cy="5734050"/>
          </a:xfrm>
          <a:prstGeom prst="roundRect">
            <a:avLst>
              <a:gd name="adj" fmla="val 3987"/>
            </a:avLst>
          </a:prstGeom>
          <a:gradFill>
            <a:gsLst>
              <a:gs pos="0">
                <a:srgbClr val="111724"/>
              </a:gs>
              <a:gs pos="100000">
                <a:srgbClr val="161829"/>
              </a:gs>
            </a:gsLst>
            <a:lin ang="1500000"/>
          </a:gradFill>
          <a:ln w="11430">
            <a:solidFill>
              <a:srgbClr val="30395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6" name="text-117">
            <a:extLst>
              <a:ext uri="{FF2B5EF4-FFF2-40B4-BE49-F238E27FC236}">
                <a16:creationId xmlns:a16="http://schemas.microsoft.com/office/drawing/2014/main" id="{3CAB7972-4175-4AEE-BB99-4B28F0434447}"/>
              </a:ext>
            </a:extLst>
          </p:cNvPr>
          <p:cNvSpPr>
            <a:spLocks noGrp="1"/>
          </p:cNvSpPr>
          <p:nvPr/>
        </p:nvSpPr>
        <p:spPr>
          <a:xfrm>
            <a:off x="2047875" y="4791075"/>
            <a:ext cx="11144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1875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875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875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875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875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875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875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875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875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875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ctr">
              <a:defRPr sz="1875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pPr>
            <a:endParaRPr sz="1875" b="0" dirty="0">
              <a:solidFill>
                <a:srgbClr val="75819A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7" name="text-118">
            <a:extLst>
              <a:ext uri="{FF2B5EF4-FFF2-40B4-BE49-F238E27FC236}">
                <a16:creationId xmlns:a16="http://schemas.microsoft.com/office/drawing/2014/main" id="{FDE125F8-2908-4D37-A9F9-0E3995A03A36}"/>
              </a:ext>
            </a:extLst>
          </p:cNvPr>
          <p:cNvSpPr>
            <a:spLocks noGrp="1"/>
          </p:cNvSpPr>
          <p:nvPr/>
        </p:nvSpPr>
        <p:spPr>
          <a:xfrm>
            <a:off x="819150" y="7677150"/>
            <a:ext cx="122872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87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87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pPr>
            <a:endParaRPr sz="1875" b="0" dirty="0">
              <a:solidFill>
                <a:srgbClr val="A8B1C4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4" name="photo-border-12">
            <a:extLst xmlns:a="http://schemas.openxmlformats.org/drawingml/2006/main">
              <a:ext uri="{FF2B5EF4-FFF2-40B4-BE49-F238E27FC236}">
                <a16:creationId xmlns:a16="http://schemas.microsoft.com/office/drawing/2014/main" id="{E2C8346B-52A2-438A-9DBC-332FF9CF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0987" y="1866900"/>
            <a:ext cx="5782053" cy="5153025"/>
          </a:xfrm>
          <a:prstGeom xmlns:a="http://schemas.openxmlformats.org/drawingml/2006/main" prst="roundRect">
            <a:avLst>
              <a:gd name="adj" fmla="val 3438"/>
            </a:avLst>
          </a:prstGeom>
          <a:solidFill xmlns:a="http://schemas.openxmlformats.org/drawingml/2006/main">
            <a:srgbClr val="141825"/>
          </a:solidFill>
          <a:ln xmlns:a="http://schemas.openxmlformats.org/drawingml/2006/main" w="11430">
            <a:solidFill>
              <a:srgbClr val="484167"/>
            </a:solidFill>
            <a:prstDash val="solid"/>
          </a:ln>
        </p:spPr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93E4FC8-E190-4F19-9A0C-F5A7F7E51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3387" y="2019300"/>
            <a:ext cx="5477253" cy="4848225"/>
          </a:xfrm>
          <a:prstGeom prst="rect">
            <a:avLst/>
          </a:prstGeom>
        </p:spPr>
      </p:pic>
      <p:sp>
        <p:nvSpPr>
          <p:cNvPr id="11" name="surface-7">
            <a:extLst>
              <a:ext uri="{FF2B5EF4-FFF2-40B4-BE49-F238E27FC236}">
                <a16:creationId xmlns:a16="http://schemas.microsoft.com/office/drawing/2014/main" id="{F0689B60-5013-452D-BD90-88C9B46304A5}"/>
              </a:ext>
            </a:extLst>
          </p:cNvPr>
          <p:cNvSpPr>
            <a:spLocks noGrp="1"/>
          </p:cNvSpPr>
          <p:nvPr/>
        </p:nvSpPr>
        <p:spPr>
          <a:xfrm>
            <a:off x="12996823" y="104678"/>
            <a:ext cx="1535335" cy="1519553"/>
          </a:xfrm>
          <a:prstGeom prst="roundRect">
            <a:avLst>
              <a:gd name="adj" fmla="val 5051"/>
            </a:avLst>
          </a:prstGeom>
          <a:gradFill>
            <a:gsLst>
              <a:gs pos="0">
                <a:srgbClr val="27324A"/>
              </a:gs>
              <a:gs pos="100000">
                <a:srgbClr val="2B2042"/>
              </a:gs>
            </a:gsLst>
            <a:lin ang="1500000"/>
          </a:gradFill>
          <a:ln w="11430">
            <a:solidFill>
              <a:srgbClr val="6D6CF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  <p:txBody>
          <a:bodyPr/>
          <a:lstStyle/>
          <a:p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6861F4C-782C-45EC-9E25-85EDC2406E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23902" y="134965"/>
            <a:ext cx="1481176" cy="1450948"/>
          </a:xfrm>
          <a:prstGeom prst="rect">
            <a:avLst/>
          </a:prstGeom>
        </p:spPr>
      </p:pic>
      <p:sp>
        <p:nvSpPr>
          <p:cNvPr id="15" name="photo-border-5">
            <a:extLst xmlns:a="http://schemas.openxmlformats.org/drawingml/2006/main">
              <a:ext uri="{FF2B5EF4-FFF2-40B4-BE49-F238E27FC236}">
                <a16:creationId xmlns:a16="http://schemas.microsoft.com/office/drawing/2014/main" id="{E06F208F-7C60-4199-943F-8360C062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781" y="3844141"/>
            <a:ext cx="5621375" cy="3175784"/>
          </a:xfrm>
          <a:prstGeom xmlns:a="http://schemas.openxmlformats.org/drawingml/2006/main" prst="roundRect">
            <a:avLst>
              <a:gd name="adj" fmla="val 5579"/>
            </a:avLst>
          </a:prstGeom>
          <a:solidFill xmlns:a="http://schemas.openxmlformats.org/drawingml/2006/main">
            <a:srgbClr val="141825"/>
          </a:solidFill>
          <a:ln xmlns:a="http://schemas.openxmlformats.org/drawingml/2006/main" w="11430">
            <a:solidFill>
              <a:srgbClr val="484167"/>
            </a:solidFill>
            <a:prstDash val="solid"/>
          </a:ln>
        </p:spPr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0004847-918B-6FA8-384E-E89B8B4A5C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9181" y="3996541"/>
            <a:ext cx="5316575" cy="2870984"/>
          </a:xfrm>
          <a:prstGeom prst="rect">
            <a:avLst/>
          </a:prstGeom>
        </p:spPr>
      </p:pic>
      <p:sp>
        <p:nvSpPr>
          <p:cNvPr id="16" name="photo-border-9">
            <a:extLst xmlns:a="http://schemas.openxmlformats.org/drawingml/2006/main">
              <a:ext uri="{FF2B5EF4-FFF2-40B4-BE49-F238E27FC236}">
                <a16:creationId xmlns:a16="http://schemas.microsoft.com/office/drawing/2014/main" id="{6D4D2F25-AADD-4A0E-94F9-06550AE2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781" y="1866900"/>
            <a:ext cx="5621375" cy="1889866"/>
          </a:xfrm>
          <a:prstGeom xmlns:a="http://schemas.openxmlformats.org/drawingml/2006/main" prst="roundRect">
            <a:avLst>
              <a:gd name="adj" fmla="val 9374"/>
            </a:avLst>
          </a:prstGeom>
          <a:solidFill xmlns:a="http://schemas.openxmlformats.org/drawingml/2006/main">
            <a:srgbClr val="141825"/>
          </a:solidFill>
          <a:ln xmlns:a="http://schemas.openxmlformats.org/drawingml/2006/main" w="11430">
            <a:solidFill>
              <a:srgbClr val="484167"/>
            </a:solidFill>
            <a:prstDash val="solid"/>
          </a:ln>
        </p:spPr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0919DA2-6342-17BD-5F00-A436EA69EC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9181" y="2019300"/>
            <a:ext cx="5316575" cy="1585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778933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80A12"/>
            </a:gs>
            <a:gs pos="100000">
              <a:srgbClr val="111326"/>
            </a:gs>
          </a:gsLst>
          <a:lin ang="198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887243C-E541-4D2E-953F-082F77D07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" y="0"/>
            <a:ext cx="15231902" cy="8572500"/>
          </a:xfrm>
          <a:prstGeom prst="rect">
            <a:avLst/>
          </a:prstGeom>
        </p:spPr>
      </p:pic>
      <p:sp>
        <p:nvSpPr>
          <p:cNvPr id="3" name="text-112">
            <a:extLst>
              <a:ext uri="{FF2B5EF4-FFF2-40B4-BE49-F238E27FC236}">
                <a16:creationId xmlns:a16="http://schemas.microsoft.com/office/drawing/2014/main" id="{45B4EC2F-E2B4-5692-C8E1-374C034F81DF}"/>
              </a:ext>
            </a:extLst>
          </p:cNvPr>
          <p:cNvSpPr>
            <a:spLocks noGrp="1"/>
          </p:cNvSpPr>
          <p:nvPr/>
        </p:nvSpPr>
        <p:spPr>
          <a:xfrm>
            <a:off x="13811250" y="7981950"/>
            <a:ext cx="666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defPPr>
            <a:lvl1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1pPr>
            <a:lvl2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2pPr>
            <a:lvl3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3pPr>
            <a:lvl4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4pPr>
            <a:lvl5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5pPr>
            <a:lvl6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6pPr>
            <a:lvl7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7pPr>
            <a:lvl8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8pPr>
            <a:lvl9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pPr>
            <a:r>
              <a:rPr lang="ru-RU" sz="1500" b="0" dirty="0">
                <a:solidFill>
                  <a:srgbClr val="75819A"/>
                </a:solidFill>
                <a:latin typeface="Segoe UI"/>
                <a:ea typeface="Segoe UI"/>
                <a:cs typeface="Segoe UI"/>
              </a:rPr>
              <a:t>12</a:t>
            </a:r>
            <a:endParaRPr sz="1500" b="0" dirty="0">
              <a:solidFill>
                <a:srgbClr val="75819A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surface-7">
            <a:extLst>
              <a:ext uri="{FF2B5EF4-FFF2-40B4-BE49-F238E27FC236}">
                <a16:creationId xmlns:a16="http://schemas.microsoft.com/office/drawing/2014/main" id="{D67DBEC6-C49A-43A0-A3F2-316AD7CC32CA}"/>
              </a:ext>
            </a:extLst>
          </p:cNvPr>
          <p:cNvSpPr>
            <a:spLocks noGrp="1"/>
          </p:cNvSpPr>
          <p:nvPr/>
        </p:nvSpPr>
        <p:spPr>
          <a:xfrm>
            <a:off x="13035868" y="104679"/>
            <a:ext cx="1482749" cy="1512524"/>
          </a:xfrm>
          <a:prstGeom prst="roundRect">
            <a:avLst>
              <a:gd name="adj" fmla="val 5051"/>
            </a:avLst>
          </a:prstGeom>
          <a:gradFill>
            <a:gsLst>
              <a:gs pos="0">
                <a:srgbClr val="27324A"/>
              </a:gs>
              <a:gs pos="100000">
                <a:srgbClr val="2B2042"/>
              </a:gs>
            </a:gsLst>
            <a:lin ang="1500000"/>
          </a:gradFill>
          <a:ln w="11430">
            <a:solidFill>
              <a:srgbClr val="6D6CF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  <p:txBody>
          <a:bodyPr/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C0BB8F9-FDB3-4F49-A817-41B020AF19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49408" y="117521"/>
            <a:ext cx="1469209" cy="1439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120663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80A12"/>
            </a:gs>
            <a:gs pos="100000">
              <a:srgbClr val="111326"/>
            </a:gs>
          </a:gsLst>
          <a:lin ang="198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-140">
            <a:extLst>
              <a:ext uri="{FF2B5EF4-FFF2-40B4-BE49-F238E27FC236}">
                <a16:creationId xmlns:a16="http://schemas.microsoft.com/office/drawing/2014/main" id="{C62EB740-1F09-482B-8CA3-55AE4499F950}"/>
              </a:ext>
            </a:extLst>
          </p:cNvPr>
          <p:cNvSpPr>
            <a:spLocks noGrp="1"/>
          </p:cNvSpPr>
          <p:nvPr/>
        </p:nvSpPr>
        <p:spPr>
          <a:xfrm>
            <a:off x="13811250" y="7981950"/>
            <a:ext cx="666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defPPr>
            <a:lvl1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1pPr>
            <a:lvl2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2pPr>
            <a:lvl3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3pPr>
            <a:lvl4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4pPr>
            <a:lvl5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5pPr>
            <a:lvl6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6pPr>
            <a:lvl7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7pPr>
            <a:lvl8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8pPr>
            <a:lvl9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75819A"/>
                </a:solidFill>
                <a:latin typeface="Segoe UI"/>
                <a:ea typeface="Segoe UI"/>
                <a:cs typeface="Segoe UI"/>
              </a:rPr>
              <a:t>17</a:t>
            </a:r>
          </a:p>
        </p:txBody>
      </p:sp>
      <p:sp>
        <p:nvSpPr>
          <p:cNvPr id="3" name="text-142">
            <a:extLst>
              <a:ext uri="{FF2B5EF4-FFF2-40B4-BE49-F238E27FC236}">
                <a16:creationId xmlns:a16="http://schemas.microsoft.com/office/drawing/2014/main" id="{7D2E263B-2FD7-4B57-ACAC-67C152E9BE27}"/>
              </a:ext>
            </a:extLst>
          </p:cNvPr>
          <p:cNvSpPr>
            <a:spLocks noGrp="1"/>
          </p:cNvSpPr>
          <p:nvPr/>
        </p:nvSpPr>
        <p:spPr>
          <a:xfrm>
            <a:off x="12096750" y="742950"/>
            <a:ext cx="23812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r">
              <a:defRPr sz="1875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1875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1875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1875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1875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1875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1875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1875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1875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1875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r">
              <a:defRPr sz="1875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pPr>
            <a:r>
              <a:rPr sz="1875" b="1" dirty="0">
                <a:solidFill>
                  <a:srgbClr val="8399FF"/>
                </a:solidFill>
                <a:latin typeface="Segoe UI"/>
                <a:ea typeface="Segoe UI"/>
                <a:cs typeface="Segoe UI"/>
              </a:rPr>
              <a:t>т</a:t>
            </a:r>
          </a:p>
        </p:txBody>
      </p:sp>
      <p:sp>
        <p:nvSpPr>
          <p:cNvPr id="5" name="text-144">
            <a:extLst>
              <a:ext uri="{FF2B5EF4-FFF2-40B4-BE49-F238E27FC236}">
                <a16:creationId xmlns:a16="http://schemas.microsoft.com/office/drawing/2014/main" id="{F232D01B-76C9-4B27-9E42-9E2BD165C58B}"/>
              </a:ext>
            </a:extLst>
          </p:cNvPr>
          <p:cNvSpPr>
            <a:spLocks noGrp="1"/>
          </p:cNvSpPr>
          <p:nvPr/>
        </p:nvSpPr>
        <p:spPr>
          <a:xfrm>
            <a:off x="2047875" y="4000500"/>
            <a:ext cx="111442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277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77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77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77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77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77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77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77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77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77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ctr">
              <a:defRPr sz="2775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pPr>
            <a:r>
              <a:rPr sz="2775" b="0" dirty="0" err="1">
                <a:solidFill>
                  <a:srgbClr val="A8B1C4"/>
                </a:solidFill>
                <a:latin typeface="Segoe UI"/>
                <a:ea typeface="Segoe UI"/>
                <a:cs typeface="Segoe UI"/>
              </a:rPr>
              <a:t>Место</a:t>
            </a:r>
            <a:r>
              <a:rPr sz="2775" b="0" dirty="0">
                <a:solidFill>
                  <a:srgbClr val="A8B1C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775" b="0" dirty="0" err="1">
                <a:solidFill>
                  <a:srgbClr val="A8B1C4"/>
                </a:solidFill>
                <a:latin typeface="Segoe UI"/>
                <a:ea typeface="Segoe UI"/>
                <a:cs typeface="Segoe UI"/>
              </a:rPr>
              <a:t>для</a:t>
            </a:r>
            <a:r>
              <a:rPr sz="2775" b="0" dirty="0">
                <a:solidFill>
                  <a:srgbClr val="A8B1C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775" b="0" dirty="0" err="1">
                <a:solidFill>
                  <a:srgbClr val="A8B1C4"/>
                </a:solidFill>
                <a:latin typeface="Segoe UI"/>
                <a:ea typeface="Segoe UI"/>
                <a:cs typeface="Segoe UI"/>
              </a:rPr>
              <a:t>реального</a:t>
            </a:r>
            <a:r>
              <a:rPr sz="2775" b="0" dirty="0">
                <a:solidFill>
                  <a:srgbClr val="A8B1C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775" b="0" dirty="0" err="1">
                <a:solidFill>
                  <a:srgbClr val="A8B1C4"/>
                </a:solidFill>
                <a:latin typeface="Segoe UI"/>
                <a:ea typeface="Segoe UI"/>
                <a:cs typeface="Segoe UI"/>
              </a:rPr>
              <a:t>скриншота</a:t>
            </a:r>
            <a:endParaRPr sz="2775" b="0" dirty="0">
              <a:solidFill>
                <a:srgbClr val="A8B1C4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6" name="text-145">
            <a:extLst>
              <a:ext uri="{FF2B5EF4-FFF2-40B4-BE49-F238E27FC236}">
                <a16:creationId xmlns:a16="http://schemas.microsoft.com/office/drawing/2014/main" id="{DA251785-5F28-4712-9035-CC0402BAD404}"/>
              </a:ext>
            </a:extLst>
          </p:cNvPr>
          <p:cNvSpPr>
            <a:spLocks noGrp="1"/>
          </p:cNvSpPr>
          <p:nvPr/>
        </p:nvSpPr>
        <p:spPr>
          <a:xfrm>
            <a:off x="2047875" y="4791075"/>
            <a:ext cx="11144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1875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875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875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875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875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875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875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875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875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875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ctr">
              <a:defRPr sz="1875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75819A"/>
                </a:solidFill>
                <a:latin typeface="Segoe UI"/>
                <a:ea typeface="Segoe UI"/>
                <a:cs typeface="Segoe UI"/>
              </a:rPr>
              <a:t>Демонстрация 13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8A0680C-5AAC-40A2-8010-F818BFE659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71"/>
            <a:ext cx="15240000" cy="8577058"/>
          </a:xfrm>
          <a:prstGeom prst="rect">
            <a:avLst/>
          </a:prstGeom>
        </p:spPr>
      </p:pic>
      <p:sp>
        <p:nvSpPr>
          <p:cNvPr id="9" name="surface-7">
            <a:extLst>
              <a:ext uri="{FF2B5EF4-FFF2-40B4-BE49-F238E27FC236}">
                <a16:creationId xmlns:a16="http://schemas.microsoft.com/office/drawing/2014/main" id="{B725AD20-4064-4A48-84C7-EB4CFE6C8ADB}"/>
              </a:ext>
            </a:extLst>
          </p:cNvPr>
          <p:cNvSpPr>
            <a:spLocks noGrp="1"/>
          </p:cNvSpPr>
          <p:nvPr/>
        </p:nvSpPr>
        <p:spPr>
          <a:xfrm>
            <a:off x="13330106" y="104679"/>
            <a:ext cx="1202052" cy="1123755"/>
          </a:xfrm>
          <a:prstGeom prst="roundRect">
            <a:avLst>
              <a:gd name="adj" fmla="val 5051"/>
            </a:avLst>
          </a:prstGeom>
          <a:gradFill>
            <a:gsLst>
              <a:gs pos="0">
                <a:srgbClr val="27324A"/>
              </a:gs>
              <a:gs pos="100000">
                <a:srgbClr val="2B2042"/>
              </a:gs>
            </a:gsLst>
            <a:lin ang="1500000"/>
          </a:gradFill>
          <a:ln w="11430">
            <a:solidFill>
              <a:srgbClr val="6D6CF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  <p:txBody>
          <a:bodyPr/>
          <a:lstStyle/>
          <a:p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411DC53-BF50-4F97-9FEA-B03DD87B1D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88829" y="134966"/>
            <a:ext cx="1116248" cy="1093468"/>
          </a:xfrm>
          <a:prstGeom prst="rect">
            <a:avLst/>
          </a:prstGeom>
        </p:spPr>
      </p:pic>
      <p:sp>
        <p:nvSpPr>
          <p:cNvPr id="4" name="text-112">
            <a:extLst>
              <a:ext uri="{FF2B5EF4-FFF2-40B4-BE49-F238E27FC236}">
                <a16:creationId xmlns:a16="http://schemas.microsoft.com/office/drawing/2014/main" id="{32B7DE74-0C2E-1548-095E-6F4B72FF8517}"/>
              </a:ext>
            </a:extLst>
          </p:cNvPr>
          <p:cNvSpPr>
            <a:spLocks noGrp="1"/>
          </p:cNvSpPr>
          <p:nvPr/>
        </p:nvSpPr>
        <p:spPr>
          <a:xfrm>
            <a:off x="13783770" y="7984450"/>
            <a:ext cx="666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defPPr>
            <a:lvl1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1pPr>
            <a:lvl2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2pPr>
            <a:lvl3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3pPr>
            <a:lvl4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4pPr>
            <a:lvl5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5pPr>
            <a:lvl6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6pPr>
            <a:lvl7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7pPr>
            <a:lvl8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8pPr>
            <a:lvl9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pPr>
            <a:r>
              <a:rPr lang="ru-RU" sz="1500" b="0" dirty="0">
                <a:solidFill>
                  <a:srgbClr val="75819A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90286431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80A12"/>
            </a:gs>
            <a:gs pos="100000">
              <a:srgbClr val="111326"/>
            </a:gs>
          </a:gsLst>
          <a:lin ang="198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ained-title-1">
            <a:extLst>
              <a:ext uri="{FF2B5EF4-FFF2-40B4-BE49-F238E27FC236}">
                <a16:creationId xmlns:a16="http://schemas.microsoft.com/office/drawing/2014/main" id="{AB177E5F-7FCC-4136-A364-C56098DF6176}"/>
              </a:ext>
            </a:extLst>
          </p:cNvPr>
          <p:cNvSpPr>
            <a:spLocks noGrp="1"/>
          </p:cNvSpPr>
          <p:nvPr/>
        </p:nvSpPr>
        <p:spPr>
          <a:xfrm>
            <a:off x="762000" y="600075"/>
            <a:ext cx="13716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20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defPPr>
            <a:lvl1pPr>
              <a:defRPr sz="420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1pPr>
            <a:lvl2pPr>
              <a:defRPr sz="420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2pPr>
            <a:lvl3pPr>
              <a:defRPr sz="420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3pPr>
            <a:lvl4pPr>
              <a:defRPr sz="420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4pPr>
            <a:lvl5pPr>
              <a:defRPr sz="420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5pPr>
            <a:lvl6pPr>
              <a:defRPr sz="420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6pPr>
            <a:lvl7pPr>
              <a:defRPr sz="420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7pPr>
            <a:lvl8pPr>
              <a:defRPr sz="420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8pPr>
            <a:lvl9pPr>
              <a:defRPr sz="420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420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pPr>
            <a:r>
              <a:rPr sz="4200" b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Сегодня — HR.</a:t>
            </a:r>
          </a:p>
        </p:txBody>
      </p:sp>
      <p:sp>
        <p:nvSpPr>
          <p:cNvPr id="13" name="retained-title-2">
            <a:extLst>
              <a:ext uri="{FF2B5EF4-FFF2-40B4-BE49-F238E27FC236}">
                <a16:creationId xmlns:a16="http://schemas.microsoft.com/office/drawing/2014/main" id="{099DF755-AA03-49A2-8EF1-A1CB89718F4D}"/>
              </a:ext>
            </a:extLst>
          </p:cNvPr>
          <p:cNvSpPr>
            <a:spLocks noGrp="1"/>
          </p:cNvSpPr>
          <p:nvPr/>
        </p:nvSpPr>
        <p:spPr>
          <a:xfrm>
            <a:off x="762000" y="1238250"/>
            <a:ext cx="137160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20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defPPr>
            <a:lvl1pPr>
              <a:defRPr sz="420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1pPr>
            <a:lvl2pPr>
              <a:defRPr sz="420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2pPr>
            <a:lvl3pPr>
              <a:defRPr sz="420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3pPr>
            <a:lvl4pPr>
              <a:defRPr sz="420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4pPr>
            <a:lvl5pPr>
              <a:defRPr sz="420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5pPr>
            <a:lvl6pPr>
              <a:defRPr sz="420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6pPr>
            <a:lvl7pPr>
              <a:defRPr sz="420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7pPr>
            <a:lvl8pPr>
              <a:defRPr sz="420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8pPr>
            <a:lvl9pPr>
              <a:defRPr sz="420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420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pPr>
            <a:r>
              <a:rPr sz="4200" b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Завтра — любая корпоративная поддержка</a:t>
            </a:r>
          </a:p>
        </p:txBody>
      </p:sp>
      <p:sp>
        <p:nvSpPr>
          <p:cNvPr id="14" name="scale-panel">
            <a:extLst>
              <a:ext uri="{FF2B5EF4-FFF2-40B4-BE49-F238E27FC236}">
                <a16:creationId xmlns:a16="http://schemas.microsoft.com/office/drawing/2014/main" id="{9A48E41C-070D-4A94-849E-3B00EF3EBE36}"/>
              </a:ext>
            </a:extLst>
          </p:cNvPr>
          <p:cNvSpPr>
            <a:spLocks noGrp="1"/>
          </p:cNvSpPr>
          <p:nvPr/>
        </p:nvSpPr>
        <p:spPr>
          <a:xfrm>
            <a:off x="762000" y="2628900"/>
            <a:ext cx="4476750" cy="5372100"/>
          </a:xfrm>
          <a:prstGeom prst="roundRect">
            <a:avLst>
              <a:gd name="adj" fmla="val 5106"/>
            </a:avLst>
          </a:prstGeom>
          <a:solidFill>
            <a:srgbClr val="151728"/>
          </a:solidFill>
          <a:ln w="9525">
            <a:solidFill>
              <a:srgbClr val="323B57"/>
            </a:solidFill>
          </a:ln>
        </p:spPr>
      </p:sp>
      <p:sp>
        <p:nvSpPr>
          <p:cNvPr id="15" name="universal-panel">
            <a:extLst>
              <a:ext uri="{FF2B5EF4-FFF2-40B4-BE49-F238E27FC236}">
                <a16:creationId xmlns:a16="http://schemas.microsoft.com/office/drawing/2014/main" id="{29343501-F99B-4AF2-9520-CE1C90E9E3F9}"/>
              </a:ext>
            </a:extLst>
          </p:cNvPr>
          <p:cNvSpPr>
            <a:spLocks noGrp="1"/>
          </p:cNvSpPr>
          <p:nvPr/>
        </p:nvSpPr>
        <p:spPr>
          <a:xfrm>
            <a:off x="5619750" y="2628900"/>
            <a:ext cx="8858250" cy="5372100"/>
          </a:xfrm>
          <a:prstGeom prst="roundRect">
            <a:avLst>
              <a:gd name="adj" fmla="val 4255"/>
            </a:avLst>
          </a:prstGeom>
          <a:solidFill>
            <a:srgbClr val="151728"/>
          </a:solidFill>
          <a:ln w="9525">
            <a:solidFill>
              <a:srgbClr val="323B57"/>
            </a:solidFill>
          </a:ln>
        </p:spPr>
      </p:sp>
      <p:sp>
        <p:nvSpPr>
          <p:cNvPr id="16" name="scale-heading">
            <a:extLst>
              <a:ext uri="{FF2B5EF4-FFF2-40B4-BE49-F238E27FC236}">
                <a16:creationId xmlns:a16="http://schemas.microsoft.com/office/drawing/2014/main" id="{249F8F16-1472-4448-B75C-7374FC53C068}"/>
              </a:ext>
            </a:extLst>
          </p:cNvPr>
          <p:cNvSpPr>
            <a:spLocks noGrp="1"/>
          </p:cNvSpPr>
          <p:nvPr/>
        </p:nvSpPr>
        <p:spPr>
          <a:xfrm>
            <a:off x="1066800" y="2914650"/>
            <a:ext cx="38671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defPPr>
            <a:lvl1pPr>
              <a:defRPr sz="2550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1pPr>
            <a:lvl2pPr>
              <a:defRPr sz="2550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2pPr>
            <a:lvl3pPr>
              <a:defRPr sz="2550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3pPr>
            <a:lvl4pPr>
              <a:defRPr sz="2550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4pPr>
            <a:lvl5pPr>
              <a:defRPr sz="2550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5pPr>
            <a:lvl6pPr>
              <a:defRPr sz="2550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6pPr>
            <a:lvl7pPr>
              <a:defRPr sz="2550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7pPr>
            <a:lvl8pPr>
              <a:defRPr sz="2550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8pPr>
            <a:lvl9pPr>
              <a:defRPr sz="2550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550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8399FF"/>
                </a:solidFill>
                <a:latin typeface="Segoe UI"/>
                <a:ea typeface="Segoe UI"/>
                <a:cs typeface="Segoe UI"/>
              </a:rPr>
              <a:t>Масштабирование</a:t>
            </a:r>
          </a:p>
        </p:txBody>
      </p:sp>
      <p:sp>
        <p:nvSpPr>
          <p:cNvPr id="17" name="scale-intro">
            <a:extLst>
              <a:ext uri="{FF2B5EF4-FFF2-40B4-BE49-F238E27FC236}">
                <a16:creationId xmlns:a16="http://schemas.microsoft.com/office/drawing/2014/main" id="{AE132230-736E-4097-B6A5-FEE34304B489}"/>
              </a:ext>
            </a:extLst>
          </p:cNvPr>
          <p:cNvSpPr>
            <a:spLocks noGrp="1"/>
          </p:cNvSpPr>
          <p:nvPr/>
        </p:nvSpPr>
        <p:spPr>
          <a:xfrm>
            <a:off x="1066800" y="3524250"/>
            <a:ext cx="386715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defPPr>
            <a:lvl1pPr>
              <a:defRPr sz="210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1pPr>
            <a:lvl2pPr>
              <a:defRPr sz="210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2pPr>
            <a:lvl3pPr>
              <a:defRPr sz="210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3pPr>
            <a:lvl4pPr>
              <a:defRPr sz="210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4pPr>
            <a:lvl5pPr>
              <a:defRPr sz="210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5pPr>
            <a:lvl6pPr>
              <a:defRPr sz="210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6pPr>
            <a:lvl7pPr>
              <a:defRPr sz="210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7pPr>
            <a:lvl8pPr>
              <a:defRPr sz="210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8pPr>
            <a:lvl9pPr>
              <a:defRPr sz="210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10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Новые предприятия</a:t>
            </a:r>
          </a:p>
          <a:p>
            <a:pPr>
              <a:defRPr sz="2100" b="0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и команды группы</a:t>
            </a:r>
          </a:p>
        </p:txBody>
      </p:sp>
      <p:sp>
        <p:nvSpPr>
          <p:cNvPr id="18" name="scale-label-0">
            <a:extLst>
              <a:ext uri="{FF2B5EF4-FFF2-40B4-BE49-F238E27FC236}">
                <a16:creationId xmlns:a16="http://schemas.microsoft.com/office/drawing/2014/main" id="{E1E91FAA-B095-460B-A87F-89AB4BC0A130}"/>
              </a:ext>
            </a:extLst>
          </p:cNvPr>
          <p:cNvSpPr>
            <a:spLocks noGrp="1"/>
          </p:cNvSpPr>
          <p:nvPr/>
        </p:nvSpPr>
        <p:spPr>
          <a:xfrm>
            <a:off x="1066800" y="4419600"/>
            <a:ext cx="386715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defPPr>
            <a:lvl1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1pPr>
            <a:lvl2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2pPr>
            <a:lvl3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3pPr>
            <a:lvl4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4pPr>
            <a:lvl5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5pPr>
            <a:lvl6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6pPr>
            <a:lvl7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7pPr>
            <a:lvl8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8pPr>
            <a:lvl9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Новые площадки</a:t>
            </a:r>
          </a:p>
        </p:txBody>
      </p:sp>
      <p:sp>
        <p:nvSpPr>
          <p:cNvPr id="19" name="scale-body-0">
            <a:extLst>
              <a:ext uri="{FF2B5EF4-FFF2-40B4-BE49-F238E27FC236}">
                <a16:creationId xmlns:a16="http://schemas.microsoft.com/office/drawing/2014/main" id="{646C488D-DE01-4A92-BF2D-6B14C0126562}"/>
              </a:ext>
            </a:extLst>
          </p:cNvPr>
          <p:cNvSpPr>
            <a:spLocks noGrp="1"/>
          </p:cNvSpPr>
          <p:nvPr/>
        </p:nvSpPr>
        <p:spPr>
          <a:xfrm>
            <a:off x="1066800" y="4810125"/>
            <a:ext cx="38671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A8B1C4"/>
                </a:solidFill>
                <a:latin typeface="Segoe UI"/>
                <a:ea typeface="Segoe UI"/>
                <a:cs typeface="Segoe UI"/>
              </a:rPr>
              <a:t>Заводы и торговые дома</a:t>
            </a:r>
          </a:p>
          <a:p>
            <a: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A8B1C4"/>
                </a:solidFill>
                <a:latin typeface="Segoe UI"/>
                <a:ea typeface="Segoe UI"/>
                <a:cs typeface="Segoe UI"/>
              </a:rPr>
              <a:t>в регионах присутствия</a:t>
            </a:r>
          </a:p>
        </p:txBody>
      </p:sp>
      <p:sp>
        <p:nvSpPr>
          <p:cNvPr id="20" name="scale-label-1">
            <a:extLst>
              <a:ext uri="{FF2B5EF4-FFF2-40B4-BE49-F238E27FC236}">
                <a16:creationId xmlns:a16="http://schemas.microsoft.com/office/drawing/2014/main" id="{90804CC8-3CF4-494C-BB11-3046BECBF6DC}"/>
              </a:ext>
            </a:extLst>
          </p:cNvPr>
          <p:cNvSpPr>
            <a:spLocks noGrp="1"/>
          </p:cNvSpPr>
          <p:nvPr/>
        </p:nvSpPr>
        <p:spPr>
          <a:xfrm>
            <a:off x="1066800" y="5486400"/>
            <a:ext cx="386715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defPPr>
            <a:lvl1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1pPr>
            <a:lvl2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2pPr>
            <a:lvl3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3pPr>
            <a:lvl4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4pPr>
            <a:lvl5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5pPr>
            <a:lvl6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6pPr>
            <a:lvl7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7pPr>
            <a:lvl8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8pPr>
            <a:lvl9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Документы предприятия</a:t>
            </a:r>
          </a:p>
        </p:txBody>
      </p:sp>
      <p:sp>
        <p:nvSpPr>
          <p:cNvPr id="21" name="scale-body-1">
            <a:extLst>
              <a:ext uri="{FF2B5EF4-FFF2-40B4-BE49-F238E27FC236}">
                <a16:creationId xmlns:a16="http://schemas.microsoft.com/office/drawing/2014/main" id="{E5A93002-D28B-4A13-BF44-311D6919D0C4}"/>
              </a:ext>
            </a:extLst>
          </p:cNvPr>
          <p:cNvSpPr>
            <a:spLocks noGrp="1"/>
          </p:cNvSpPr>
          <p:nvPr/>
        </p:nvSpPr>
        <p:spPr>
          <a:xfrm>
            <a:off x="1066800" y="5876925"/>
            <a:ext cx="38671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A8B1C4"/>
                </a:solidFill>
                <a:latin typeface="Segoe UI"/>
                <a:ea typeface="Segoe UI"/>
                <a:cs typeface="Segoe UI"/>
              </a:rPr>
              <a:t>Общие правила группы</a:t>
            </a:r>
          </a:p>
          <a:p>
            <a: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A8B1C4"/>
                </a:solidFill>
                <a:latin typeface="Segoe UI"/>
                <a:ea typeface="Segoe UI"/>
                <a:cs typeface="Segoe UI"/>
              </a:rPr>
              <a:t>и локальные регламенты</a:t>
            </a:r>
          </a:p>
        </p:txBody>
      </p:sp>
      <p:sp>
        <p:nvSpPr>
          <p:cNvPr id="22" name="scale-label-2">
            <a:extLst>
              <a:ext uri="{FF2B5EF4-FFF2-40B4-BE49-F238E27FC236}">
                <a16:creationId xmlns:a16="http://schemas.microsoft.com/office/drawing/2014/main" id="{98309392-9776-4BE5-BBE6-40F5DA020320}"/>
              </a:ext>
            </a:extLst>
          </p:cNvPr>
          <p:cNvSpPr>
            <a:spLocks noGrp="1"/>
          </p:cNvSpPr>
          <p:nvPr/>
        </p:nvSpPr>
        <p:spPr>
          <a:xfrm>
            <a:off x="1066800" y="6553200"/>
            <a:ext cx="386715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defPPr>
            <a:lvl1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1pPr>
            <a:lvl2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2pPr>
            <a:lvl3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3pPr>
            <a:lvl4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4pPr>
            <a:lvl5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5pPr>
            <a:lvl6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6pPr>
            <a:lvl7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7pPr>
            <a:lvl8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8pPr>
            <a:lvl9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Свои ответственные</a:t>
            </a:r>
          </a:p>
        </p:txBody>
      </p:sp>
      <p:sp>
        <p:nvSpPr>
          <p:cNvPr id="23" name="scale-body-2">
            <a:extLst>
              <a:ext uri="{FF2B5EF4-FFF2-40B4-BE49-F238E27FC236}">
                <a16:creationId xmlns:a16="http://schemas.microsoft.com/office/drawing/2014/main" id="{17EA9EB5-9069-4625-8CA6-C54EBFEDD7C8}"/>
              </a:ext>
            </a:extLst>
          </p:cNvPr>
          <p:cNvSpPr>
            <a:spLocks noGrp="1"/>
          </p:cNvSpPr>
          <p:nvPr/>
        </p:nvSpPr>
        <p:spPr>
          <a:xfrm>
            <a:off x="1066800" y="6943725"/>
            <a:ext cx="38671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A8B1C4"/>
                </a:solidFill>
                <a:latin typeface="Segoe UI"/>
                <a:ea typeface="Segoe UI"/>
                <a:cs typeface="Segoe UI"/>
              </a:rPr>
              <a:t>Доступ по ролям и передача</a:t>
            </a:r>
          </a:p>
          <a:p>
            <a: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A8B1C4"/>
                </a:solidFill>
                <a:latin typeface="Segoe UI"/>
                <a:ea typeface="Segoe UI"/>
                <a:cs typeface="Segoe UI"/>
              </a:rPr>
              <a:t>обращений нужному специалисту</a:t>
            </a:r>
          </a:p>
        </p:txBody>
      </p:sp>
      <p:sp>
        <p:nvSpPr>
          <p:cNvPr id="24" name="universal-heading">
            <a:extLst>
              <a:ext uri="{FF2B5EF4-FFF2-40B4-BE49-F238E27FC236}">
                <a16:creationId xmlns:a16="http://schemas.microsoft.com/office/drawing/2014/main" id="{17AA4AEA-C12A-4175-ADC6-E19A8628CD81}"/>
              </a:ext>
            </a:extLst>
          </p:cNvPr>
          <p:cNvSpPr>
            <a:spLocks noGrp="1"/>
          </p:cNvSpPr>
          <p:nvPr/>
        </p:nvSpPr>
        <p:spPr>
          <a:xfrm>
            <a:off x="5924550" y="2914650"/>
            <a:ext cx="82486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1">
                <a:solidFill>
                  <a:srgbClr val="B591FF"/>
                </a:solidFill>
                <a:latin typeface="Segoe UI"/>
                <a:ea typeface="Segoe UI"/>
                <a:cs typeface="Segoe UI"/>
              </a:defRPr>
            </a:defPPr>
            <a:lvl1pPr>
              <a:defRPr sz="2550" b="1">
                <a:solidFill>
                  <a:srgbClr val="B591FF"/>
                </a:solidFill>
                <a:latin typeface="Segoe UI"/>
                <a:ea typeface="Segoe UI"/>
                <a:cs typeface="Segoe UI"/>
              </a:defRPr>
            </a:lvl1pPr>
            <a:lvl2pPr>
              <a:defRPr sz="2550" b="1">
                <a:solidFill>
                  <a:srgbClr val="B591FF"/>
                </a:solidFill>
                <a:latin typeface="Segoe UI"/>
                <a:ea typeface="Segoe UI"/>
                <a:cs typeface="Segoe UI"/>
              </a:defRPr>
            </a:lvl2pPr>
            <a:lvl3pPr>
              <a:defRPr sz="2550" b="1">
                <a:solidFill>
                  <a:srgbClr val="B591FF"/>
                </a:solidFill>
                <a:latin typeface="Segoe UI"/>
                <a:ea typeface="Segoe UI"/>
                <a:cs typeface="Segoe UI"/>
              </a:defRPr>
            </a:lvl3pPr>
            <a:lvl4pPr>
              <a:defRPr sz="2550" b="1">
                <a:solidFill>
                  <a:srgbClr val="B591FF"/>
                </a:solidFill>
                <a:latin typeface="Segoe UI"/>
                <a:ea typeface="Segoe UI"/>
                <a:cs typeface="Segoe UI"/>
              </a:defRPr>
            </a:lvl4pPr>
            <a:lvl5pPr>
              <a:defRPr sz="2550" b="1">
                <a:solidFill>
                  <a:srgbClr val="B591FF"/>
                </a:solidFill>
                <a:latin typeface="Segoe UI"/>
                <a:ea typeface="Segoe UI"/>
                <a:cs typeface="Segoe UI"/>
              </a:defRPr>
            </a:lvl5pPr>
            <a:lvl6pPr>
              <a:defRPr sz="2550" b="1">
                <a:solidFill>
                  <a:srgbClr val="B591FF"/>
                </a:solidFill>
                <a:latin typeface="Segoe UI"/>
                <a:ea typeface="Segoe UI"/>
                <a:cs typeface="Segoe UI"/>
              </a:defRPr>
            </a:lvl6pPr>
            <a:lvl7pPr>
              <a:defRPr sz="2550" b="1">
                <a:solidFill>
                  <a:srgbClr val="B591FF"/>
                </a:solidFill>
                <a:latin typeface="Segoe UI"/>
                <a:ea typeface="Segoe UI"/>
                <a:cs typeface="Segoe UI"/>
              </a:defRPr>
            </a:lvl7pPr>
            <a:lvl8pPr>
              <a:defRPr sz="2550" b="1">
                <a:solidFill>
                  <a:srgbClr val="B591FF"/>
                </a:solidFill>
                <a:latin typeface="Segoe UI"/>
                <a:ea typeface="Segoe UI"/>
                <a:cs typeface="Segoe UI"/>
              </a:defRPr>
            </a:lvl8pPr>
            <a:lvl9pPr>
              <a:defRPr sz="2550" b="1">
                <a:solidFill>
                  <a:srgbClr val="B591FF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550" b="1">
                <a:solidFill>
                  <a:srgbClr val="B591FF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B591FF"/>
                </a:solidFill>
                <a:latin typeface="Segoe UI"/>
                <a:ea typeface="Segoe UI"/>
                <a:cs typeface="Segoe UI"/>
              </a:rPr>
              <a:t>Универсальность</a:t>
            </a:r>
          </a:p>
        </p:txBody>
      </p:sp>
      <p:sp>
        <p:nvSpPr>
          <p:cNvPr id="25" name="group-heading-0">
            <a:extLst>
              <a:ext uri="{FF2B5EF4-FFF2-40B4-BE49-F238E27FC236}">
                <a16:creationId xmlns:a16="http://schemas.microsoft.com/office/drawing/2014/main" id="{17AD3801-126E-48FF-9B09-B536D97735EB}"/>
              </a:ext>
            </a:extLst>
          </p:cNvPr>
          <p:cNvSpPr>
            <a:spLocks noGrp="1"/>
          </p:cNvSpPr>
          <p:nvPr/>
        </p:nvSpPr>
        <p:spPr>
          <a:xfrm>
            <a:off x="5924550" y="3581400"/>
            <a:ext cx="82486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defPPr>
            <a:lvl1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1pPr>
            <a:lvl2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2pPr>
            <a:lvl3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3pPr>
            <a:lvl4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4pPr>
            <a:lvl5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5pPr>
            <a:lvl6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6pPr>
            <a:lvl7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7pPr>
            <a:lvl8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8pPr>
            <a:lvl9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Заводы: Климовский, ЮГТРУБПЛАСТ</a:t>
            </a:r>
          </a:p>
        </p:txBody>
      </p:sp>
      <p:sp>
        <p:nvSpPr>
          <p:cNvPr id="26" name="group-body-0">
            <a:extLst>
              <a:ext uri="{FF2B5EF4-FFF2-40B4-BE49-F238E27FC236}">
                <a16:creationId xmlns:a16="http://schemas.microsoft.com/office/drawing/2014/main" id="{93550D5C-4001-4961-9E94-0239BC5B0137}"/>
              </a:ext>
            </a:extLst>
          </p:cNvPr>
          <p:cNvSpPr>
            <a:spLocks noGrp="1"/>
          </p:cNvSpPr>
          <p:nvPr/>
        </p:nvSpPr>
        <p:spPr>
          <a:xfrm>
            <a:off x="5924550" y="3914775"/>
            <a:ext cx="82486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A8B1C4"/>
                </a:solidFill>
                <a:latin typeface="Segoe UI"/>
                <a:ea typeface="Segoe UI"/>
                <a:cs typeface="Segoe UI"/>
              </a:rPr>
              <a:t>Адаптация сотрудников, поиск рабочих инструкций и регламентов</a:t>
            </a:r>
          </a:p>
        </p:txBody>
      </p:sp>
      <p:sp>
        <p:nvSpPr>
          <p:cNvPr id="27" name="group-heading-1">
            <a:extLst>
              <a:ext uri="{FF2B5EF4-FFF2-40B4-BE49-F238E27FC236}">
                <a16:creationId xmlns:a16="http://schemas.microsoft.com/office/drawing/2014/main" id="{14A3668C-8928-431D-9937-74D755E6A91E}"/>
              </a:ext>
            </a:extLst>
          </p:cNvPr>
          <p:cNvSpPr>
            <a:spLocks noGrp="1"/>
          </p:cNvSpPr>
          <p:nvPr/>
        </p:nvSpPr>
        <p:spPr>
          <a:xfrm>
            <a:off x="5924550" y="4286250"/>
            <a:ext cx="82486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defPPr>
            <a:lvl1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1pPr>
            <a:lvl2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2pPr>
            <a:lvl3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3pPr>
            <a:lvl4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4pPr>
            <a:lvl5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5pPr>
            <a:lvl6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6pPr>
            <a:lvl7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7pPr>
            <a:lvl8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8pPr>
            <a:lvl9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Торговые дома: УралСиб, Юг, Центр</a:t>
            </a:r>
          </a:p>
        </p:txBody>
      </p:sp>
      <p:sp>
        <p:nvSpPr>
          <p:cNvPr id="28" name="group-body-1">
            <a:extLst>
              <a:ext uri="{FF2B5EF4-FFF2-40B4-BE49-F238E27FC236}">
                <a16:creationId xmlns:a16="http://schemas.microsoft.com/office/drawing/2014/main" id="{2E0863BD-0415-47FF-A9BD-8549AE71EEC2}"/>
              </a:ext>
            </a:extLst>
          </p:cNvPr>
          <p:cNvSpPr>
            <a:spLocks noGrp="1"/>
          </p:cNvSpPr>
          <p:nvPr/>
        </p:nvSpPr>
        <p:spPr>
          <a:xfrm>
            <a:off x="5924550" y="4619625"/>
            <a:ext cx="82486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A8B1C4"/>
                </a:solidFill>
                <a:latin typeface="Segoe UI"/>
                <a:ea typeface="Segoe UI"/>
                <a:cs typeface="Segoe UI"/>
              </a:rPr>
              <a:t>Характеристики продукции, каталоги и сертификаты для менеджеров</a:t>
            </a:r>
          </a:p>
        </p:txBody>
      </p:sp>
      <p:sp>
        <p:nvSpPr>
          <p:cNvPr id="29" name="group-heading-2">
            <a:extLst>
              <a:ext uri="{FF2B5EF4-FFF2-40B4-BE49-F238E27FC236}">
                <a16:creationId xmlns:a16="http://schemas.microsoft.com/office/drawing/2014/main" id="{1E2AD63E-5CBE-4126-8031-D26CD1E30DF2}"/>
              </a:ext>
            </a:extLst>
          </p:cNvPr>
          <p:cNvSpPr>
            <a:spLocks noGrp="1"/>
          </p:cNvSpPr>
          <p:nvPr/>
        </p:nvSpPr>
        <p:spPr>
          <a:xfrm>
            <a:off x="5924550" y="4991100"/>
            <a:ext cx="82486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defPPr>
            <a:lvl1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1pPr>
            <a:lvl2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2pPr>
            <a:lvl3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3pPr>
            <a:lvl4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4pPr>
            <a:lvl5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5pPr>
            <a:lvl6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6pPr>
            <a:lvl7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7pPr>
            <a:lvl8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8pPr>
            <a:lvl9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Учебные центры</a:t>
            </a:r>
          </a:p>
        </p:txBody>
      </p:sp>
      <p:sp>
        <p:nvSpPr>
          <p:cNvPr id="30" name="group-body-2">
            <a:extLst>
              <a:ext uri="{FF2B5EF4-FFF2-40B4-BE49-F238E27FC236}">
                <a16:creationId xmlns:a16="http://schemas.microsoft.com/office/drawing/2014/main" id="{4B2E83C4-C368-4466-8908-4990C52E9C11}"/>
              </a:ext>
            </a:extLst>
          </p:cNvPr>
          <p:cNvSpPr>
            <a:spLocks noGrp="1"/>
          </p:cNvSpPr>
          <p:nvPr/>
        </p:nvSpPr>
        <p:spPr>
          <a:xfrm>
            <a:off x="5924550" y="5324475"/>
            <a:ext cx="82486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A8B1C4"/>
                </a:solidFill>
                <a:latin typeface="Segoe UI"/>
                <a:ea typeface="Segoe UI"/>
                <a:cs typeface="Segoe UI"/>
              </a:rPr>
              <a:t>Ответы по материалам курсов, опросы и проверка знаний</a:t>
            </a:r>
          </a:p>
        </p:txBody>
      </p:sp>
      <p:sp>
        <p:nvSpPr>
          <p:cNvPr id="31" name="group-heading-3">
            <a:extLst>
              <a:ext uri="{FF2B5EF4-FFF2-40B4-BE49-F238E27FC236}">
                <a16:creationId xmlns:a16="http://schemas.microsoft.com/office/drawing/2014/main" id="{9B6A0575-60DA-4A59-A57A-ACAE77157279}"/>
              </a:ext>
            </a:extLst>
          </p:cNvPr>
          <p:cNvSpPr>
            <a:spLocks noGrp="1"/>
          </p:cNvSpPr>
          <p:nvPr/>
        </p:nvSpPr>
        <p:spPr>
          <a:xfrm>
            <a:off x="5924550" y="5695950"/>
            <a:ext cx="82486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defPPr>
            <a:lvl1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1pPr>
            <a:lvl2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2pPr>
            <a:lvl3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3pPr>
            <a:lvl4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4pPr>
            <a:lvl5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5pPr>
            <a:lvl6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6pPr>
            <a:lvl7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7pPr>
            <a:lvl8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8pPr>
            <a:lvl9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НИИ «ПОЛИПЛАСТИК»</a:t>
            </a:r>
          </a:p>
        </p:txBody>
      </p:sp>
      <p:sp>
        <p:nvSpPr>
          <p:cNvPr id="32" name="group-body-3">
            <a:extLst>
              <a:ext uri="{FF2B5EF4-FFF2-40B4-BE49-F238E27FC236}">
                <a16:creationId xmlns:a16="http://schemas.microsoft.com/office/drawing/2014/main" id="{466BE97A-771A-445C-B164-AE0B6AE5D29F}"/>
              </a:ext>
            </a:extLst>
          </p:cNvPr>
          <p:cNvSpPr>
            <a:spLocks noGrp="1"/>
          </p:cNvSpPr>
          <p:nvPr/>
        </p:nvSpPr>
        <p:spPr>
          <a:xfrm>
            <a:off x="5924550" y="6029325"/>
            <a:ext cx="82486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A8B1C4"/>
                </a:solidFill>
                <a:latin typeface="Segoe UI"/>
                <a:ea typeface="Segoe UI"/>
                <a:cs typeface="Segoe UI"/>
              </a:rPr>
              <a:t>Поиск по исследованиям, техническим отчётам и накопленному опыту</a:t>
            </a:r>
          </a:p>
        </p:txBody>
      </p:sp>
      <p:sp>
        <p:nvSpPr>
          <p:cNvPr id="33" name="group-heading-4">
            <a:extLst>
              <a:ext uri="{FF2B5EF4-FFF2-40B4-BE49-F238E27FC236}">
                <a16:creationId xmlns:a16="http://schemas.microsoft.com/office/drawing/2014/main" id="{CDCB866F-7F5D-427F-BABB-C05691A2C683}"/>
              </a:ext>
            </a:extLst>
          </p:cNvPr>
          <p:cNvSpPr>
            <a:spLocks noGrp="1"/>
          </p:cNvSpPr>
          <p:nvPr/>
        </p:nvSpPr>
        <p:spPr>
          <a:xfrm>
            <a:off x="5924550" y="6400800"/>
            <a:ext cx="82486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defPPr>
            <a:lvl1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1pPr>
            <a:lvl2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2pPr>
            <a:lvl3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3pPr>
            <a:lvl4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4pPr>
            <a:lvl5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5pPr>
            <a:lvl6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6pPr>
            <a:lvl7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7pPr>
            <a:lvl8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8pPr>
            <a:lvl9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Аккредитованные лаборатории</a:t>
            </a:r>
          </a:p>
        </p:txBody>
      </p:sp>
      <p:sp>
        <p:nvSpPr>
          <p:cNvPr id="34" name="group-body-4">
            <a:extLst>
              <a:ext uri="{FF2B5EF4-FFF2-40B4-BE49-F238E27FC236}">
                <a16:creationId xmlns:a16="http://schemas.microsoft.com/office/drawing/2014/main" id="{B466E827-D338-4000-8E8B-95E74A9D437C}"/>
              </a:ext>
            </a:extLst>
          </p:cNvPr>
          <p:cNvSpPr>
            <a:spLocks noGrp="1"/>
          </p:cNvSpPr>
          <p:nvPr/>
        </p:nvSpPr>
        <p:spPr>
          <a:xfrm>
            <a:off x="5924550" y="6734175"/>
            <a:ext cx="82486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A8B1C4"/>
                </a:solidFill>
                <a:latin typeface="Segoe UI"/>
                <a:ea typeface="Segoe UI"/>
                <a:cs typeface="Segoe UI"/>
              </a:rPr>
              <a:t>Методики испытаний, требования к образцам и формы протоколов</a:t>
            </a:r>
          </a:p>
        </p:txBody>
      </p:sp>
      <p:sp>
        <p:nvSpPr>
          <p:cNvPr id="35" name="group-heading-5">
            <a:extLst>
              <a:ext uri="{FF2B5EF4-FFF2-40B4-BE49-F238E27FC236}">
                <a16:creationId xmlns:a16="http://schemas.microsoft.com/office/drawing/2014/main" id="{BAA66E3D-C3C8-4236-B51F-9A21E6FF302A}"/>
              </a:ext>
            </a:extLst>
          </p:cNvPr>
          <p:cNvSpPr>
            <a:spLocks noGrp="1"/>
          </p:cNvSpPr>
          <p:nvPr/>
        </p:nvSpPr>
        <p:spPr>
          <a:xfrm>
            <a:off x="5924550" y="7105650"/>
            <a:ext cx="82486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defPPr>
            <a:lvl1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1pPr>
            <a:lvl2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2pPr>
            <a:lvl3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3pPr>
            <a:lvl4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4pPr>
            <a:lvl5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5pPr>
            <a:lvl6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6pPr>
            <a:lvl7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7pPr>
            <a:lvl8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8pPr>
            <a:lvl9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950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Проектные институты: Гипрокоммунводоканал</a:t>
            </a:r>
          </a:p>
        </p:txBody>
      </p:sp>
      <p:sp>
        <p:nvSpPr>
          <p:cNvPr id="36" name="group-body-5">
            <a:extLst>
              <a:ext uri="{FF2B5EF4-FFF2-40B4-BE49-F238E27FC236}">
                <a16:creationId xmlns:a16="http://schemas.microsoft.com/office/drawing/2014/main" id="{2A1A052E-88FB-4E13-ABCF-E7B6ECE70EEC}"/>
              </a:ext>
            </a:extLst>
          </p:cNvPr>
          <p:cNvSpPr>
            <a:spLocks noGrp="1"/>
          </p:cNvSpPr>
          <p:nvPr/>
        </p:nvSpPr>
        <p:spPr>
          <a:xfrm>
            <a:off x="5924550" y="7439025"/>
            <a:ext cx="82486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800" b="0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A8B1C4"/>
                </a:solidFill>
                <a:latin typeface="Segoe UI"/>
                <a:ea typeface="Segoe UI"/>
                <a:cs typeface="Segoe UI"/>
              </a:rPr>
              <a:t>Технические требования и поиск решений в архиве проектов</a:t>
            </a:r>
          </a:p>
        </p:txBody>
      </p:sp>
      <p:sp>
        <p:nvSpPr>
          <p:cNvPr id="2" name="text-112">
            <a:extLst>
              <a:ext uri="{FF2B5EF4-FFF2-40B4-BE49-F238E27FC236}">
                <a16:creationId xmlns:a16="http://schemas.microsoft.com/office/drawing/2014/main" id="{DCC30822-4744-3684-FAD3-F2B0A644DBB9}"/>
              </a:ext>
            </a:extLst>
          </p:cNvPr>
          <p:cNvSpPr>
            <a:spLocks noGrp="1"/>
          </p:cNvSpPr>
          <p:nvPr/>
        </p:nvSpPr>
        <p:spPr>
          <a:xfrm>
            <a:off x="13811250" y="7981950"/>
            <a:ext cx="666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defPPr>
            <a:lvl1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1pPr>
            <a:lvl2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2pPr>
            <a:lvl3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3pPr>
            <a:lvl4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4pPr>
            <a:lvl5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5pPr>
            <a:lvl6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6pPr>
            <a:lvl7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7pPr>
            <a:lvl8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8pPr>
            <a:lvl9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pPr>
            <a:r>
              <a:rPr lang="ru-RU" sz="1500" b="0" dirty="0">
                <a:solidFill>
                  <a:srgbClr val="75819A"/>
                </a:solidFill>
                <a:latin typeface="Segoe UI"/>
                <a:ea typeface="Segoe UI"/>
                <a:cs typeface="Segoe UI"/>
              </a:rPr>
              <a:t>14</a:t>
            </a:r>
          </a:p>
        </p:txBody>
      </p:sp>
      <p:sp>
        <p:nvSpPr>
          <p:cNvPr id="37" name="surface-7">
            <a:extLst>
              <a:ext uri="{FF2B5EF4-FFF2-40B4-BE49-F238E27FC236}">
                <a16:creationId xmlns:a16="http://schemas.microsoft.com/office/drawing/2014/main" id="{393F482B-BC54-41AF-A29C-CA6EF1B132E5}"/>
              </a:ext>
            </a:extLst>
          </p:cNvPr>
          <p:cNvSpPr>
            <a:spLocks noGrp="1"/>
          </p:cNvSpPr>
          <p:nvPr/>
        </p:nvSpPr>
        <p:spPr>
          <a:xfrm>
            <a:off x="12996823" y="104678"/>
            <a:ext cx="1535335" cy="1519553"/>
          </a:xfrm>
          <a:prstGeom prst="roundRect">
            <a:avLst>
              <a:gd name="adj" fmla="val 5051"/>
            </a:avLst>
          </a:prstGeom>
          <a:gradFill>
            <a:gsLst>
              <a:gs pos="0">
                <a:srgbClr val="27324A"/>
              </a:gs>
              <a:gs pos="100000">
                <a:srgbClr val="2B2042"/>
              </a:gs>
            </a:gsLst>
            <a:lin ang="1500000"/>
          </a:gradFill>
          <a:ln w="11430">
            <a:solidFill>
              <a:srgbClr val="6D6CF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  <p:txBody>
          <a:bodyPr/>
          <a:lstStyle/>
          <a:p>
            <a:endParaRPr lang="ru-RU" dirty="0"/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D1A6EDFD-A313-46EC-B2A6-E22F4E1CBB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23902" y="134965"/>
            <a:ext cx="1481176" cy="145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060559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80A12"/>
            </a:gs>
            <a:gs pos="100000">
              <a:srgbClr val="111326"/>
            </a:gs>
          </a:gsLst>
          <a:lin ang="198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9ED0B73-D377-450B-812A-06327E287C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  <p:sp>
        <p:nvSpPr>
          <p:cNvPr id="2" name="text-169">
            <a:extLst>
              <a:ext uri="{FF2B5EF4-FFF2-40B4-BE49-F238E27FC236}">
                <a16:creationId xmlns:a16="http://schemas.microsoft.com/office/drawing/2014/main" id="{D98D04D6-6418-45F7-B905-F1184D9DA400}"/>
              </a:ext>
            </a:extLst>
          </p:cNvPr>
          <p:cNvSpPr>
            <a:spLocks noGrp="1"/>
          </p:cNvSpPr>
          <p:nvPr/>
        </p:nvSpPr>
        <p:spPr>
          <a:xfrm>
            <a:off x="13811250" y="7981950"/>
            <a:ext cx="666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defPPr>
            <a:lvl1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1pPr>
            <a:lvl2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2pPr>
            <a:lvl3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3pPr>
            <a:lvl4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4pPr>
            <a:lvl5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5pPr>
            <a:lvl6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6pPr>
            <a:lvl7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7pPr>
            <a:lvl8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8pPr>
            <a:lvl9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500" b="0">
                <a:solidFill>
                  <a:srgbClr val="75819A"/>
                </a:solidFill>
                <a:latin typeface="Segoe UI"/>
                <a:ea typeface="Segoe UI"/>
                <a:cs typeface="Segoe UI"/>
              </a:defRPr>
            </a:pPr>
            <a:r>
              <a:rPr lang="ru-RU" dirty="0"/>
              <a:t>15</a:t>
            </a:r>
            <a:endParaRPr sz="1500" b="0" dirty="0">
              <a:solidFill>
                <a:srgbClr val="75819A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" name="text-170">
            <a:extLst>
              <a:ext uri="{FF2B5EF4-FFF2-40B4-BE49-F238E27FC236}">
                <a16:creationId xmlns:a16="http://schemas.microsoft.com/office/drawing/2014/main" id="{FC74796E-01AA-4276-94E2-FA6FBCDE42F7}"/>
              </a:ext>
            </a:extLst>
          </p:cNvPr>
          <p:cNvSpPr>
            <a:spLocks noGrp="1"/>
          </p:cNvSpPr>
          <p:nvPr/>
        </p:nvSpPr>
        <p:spPr>
          <a:xfrm>
            <a:off x="762000" y="733425"/>
            <a:ext cx="757237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75" b="1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1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1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1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1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1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1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1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1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1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175" b="1">
                <a:solidFill>
                  <a:srgbClr val="A8B1C4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A8B1C4"/>
                </a:solidFill>
                <a:latin typeface="Segoe UI"/>
                <a:ea typeface="Segoe UI"/>
                <a:cs typeface="Segoe UI"/>
              </a:rPr>
              <a:t>Уральские пельмени</a:t>
            </a:r>
          </a:p>
        </p:txBody>
      </p:sp>
      <p:sp>
        <p:nvSpPr>
          <p:cNvPr id="4" name="text-171">
            <a:extLst>
              <a:ext uri="{FF2B5EF4-FFF2-40B4-BE49-F238E27FC236}">
                <a16:creationId xmlns:a16="http://schemas.microsoft.com/office/drawing/2014/main" id="{617E2858-F859-4F05-9A8C-039FF2EBAD44}"/>
              </a:ext>
            </a:extLst>
          </p:cNvPr>
          <p:cNvSpPr>
            <a:spLocks noGrp="1"/>
          </p:cNvSpPr>
          <p:nvPr/>
        </p:nvSpPr>
        <p:spPr>
          <a:xfrm>
            <a:off x="723900" y="2495550"/>
            <a:ext cx="7715250" cy="25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772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defPPr>
            <a:lvl1pPr>
              <a:defRPr sz="772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1pPr>
            <a:lvl2pPr>
              <a:defRPr sz="772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2pPr>
            <a:lvl3pPr>
              <a:defRPr sz="772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3pPr>
            <a:lvl4pPr>
              <a:defRPr sz="772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4pPr>
            <a:lvl5pPr>
              <a:defRPr sz="772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5pPr>
            <a:lvl6pPr>
              <a:defRPr sz="772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6pPr>
            <a:lvl7pPr>
              <a:defRPr sz="772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7pPr>
            <a:lvl8pPr>
              <a:defRPr sz="772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8pPr>
            <a:lvl9pPr>
              <a:defRPr sz="772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772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pPr>
            <a:r>
              <a:rPr sz="7725" b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Спасибо</a:t>
            </a:r>
          </a:p>
          <a:p>
            <a:pPr>
              <a:defRPr sz="772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pPr>
            <a:r>
              <a:rPr sz="7725" b="1">
                <a:solidFill>
                  <a:srgbClr val="F7F8FD"/>
                </a:solidFill>
                <a:latin typeface="Segoe UI"/>
                <a:ea typeface="Segoe UI"/>
                <a:cs typeface="Segoe UI"/>
              </a:rPr>
              <a:t>за внимание!</a:t>
            </a:r>
          </a:p>
        </p:txBody>
      </p:sp>
      <p:sp>
        <p:nvSpPr>
          <p:cNvPr id="5" name="text-172">
            <a:extLst>
              <a:ext uri="{FF2B5EF4-FFF2-40B4-BE49-F238E27FC236}">
                <a16:creationId xmlns:a16="http://schemas.microsoft.com/office/drawing/2014/main" id="{3EB860EF-D24F-4528-9861-29E71D052085}"/>
              </a:ext>
            </a:extLst>
          </p:cNvPr>
          <p:cNvSpPr>
            <a:spLocks noGrp="1"/>
          </p:cNvSpPr>
          <p:nvPr/>
        </p:nvSpPr>
        <p:spPr>
          <a:xfrm>
            <a:off x="762000" y="5857875"/>
            <a:ext cx="7334250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3150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defPPr>
            <a:lvl1pPr>
              <a:defRPr sz="3150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1pPr>
            <a:lvl2pPr>
              <a:defRPr sz="3150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2pPr>
            <a:lvl3pPr>
              <a:defRPr sz="3150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3pPr>
            <a:lvl4pPr>
              <a:defRPr sz="3150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4pPr>
            <a:lvl5pPr>
              <a:defRPr sz="3150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5pPr>
            <a:lvl6pPr>
              <a:defRPr sz="3150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6pPr>
            <a:lvl7pPr>
              <a:defRPr sz="3150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7pPr>
            <a:lvl8pPr>
              <a:defRPr sz="3150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8pPr>
            <a:lvl9pPr>
              <a:defRPr sz="3150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3150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8399FF"/>
                </a:solidFill>
                <a:latin typeface="Segoe UI"/>
                <a:ea typeface="Segoe UI"/>
                <a:cs typeface="Segoe UI"/>
              </a:rPr>
              <a:t>Меньше рутины.</a:t>
            </a:r>
          </a:p>
          <a:p>
            <a:pPr>
              <a:defRPr sz="3150" b="1">
                <a:solidFill>
                  <a:srgbClr val="8399FF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8399FF"/>
                </a:solidFill>
                <a:latin typeface="Segoe UI"/>
                <a:ea typeface="Segoe UI"/>
                <a:cs typeface="Segoe UI"/>
              </a:rPr>
              <a:t>Больше времени на людей.</a:t>
            </a:r>
          </a:p>
        </p:txBody>
      </p:sp>
      <p:sp>
        <p:nvSpPr>
          <p:cNvPr id="6" name="surface-173">
            <a:extLst>
              <a:ext uri="{FF2B5EF4-FFF2-40B4-BE49-F238E27FC236}">
                <a16:creationId xmlns:a16="http://schemas.microsoft.com/office/drawing/2014/main" id="{E4227F32-2012-4076-8B8A-7B8BB9B51AE4}"/>
              </a:ext>
            </a:extLst>
          </p:cNvPr>
          <p:cNvSpPr>
            <a:spLocks noGrp="1"/>
          </p:cNvSpPr>
          <p:nvPr/>
        </p:nvSpPr>
        <p:spPr>
          <a:xfrm>
            <a:off x="8686800" y="1323975"/>
            <a:ext cx="5657850" cy="5657850"/>
          </a:xfrm>
          <a:prstGeom prst="roundRect">
            <a:avLst>
              <a:gd name="adj" fmla="val 5051"/>
            </a:avLst>
          </a:prstGeom>
          <a:gradFill>
            <a:gsLst>
              <a:gs pos="0">
                <a:srgbClr val="27324A"/>
              </a:gs>
              <a:gs pos="100000">
                <a:srgbClr val="2B2042"/>
              </a:gs>
            </a:gsLst>
            <a:lin ang="1500000"/>
          </a:gradFill>
          <a:ln w="11430">
            <a:solidFill>
              <a:srgbClr val="6D6CF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7" name="surface-174">
            <a:extLst>
              <a:ext uri="{FF2B5EF4-FFF2-40B4-BE49-F238E27FC236}">
                <a16:creationId xmlns:a16="http://schemas.microsoft.com/office/drawing/2014/main" id="{565C5617-FAF4-483B-B62B-A478DEE01A06}"/>
              </a:ext>
            </a:extLst>
          </p:cNvPr>
          <p:cNvSpPr>
            <a:spLocks noGrp="1"/>
          </p:cNvSpPr>
          <p:nvPr/>
        </p:nvSpPr>
        <p:spPr>
          <a:xfrm>
            <a:off x="8801100" y="1438275"/>
            <a:ext cx="5429250" cy="5429250"/>
          </a:xfrm>
          <a:prstGeom prst="roundRect">
            <a:avLst>
              <a:gd name="adj" fmla="val 3860"/>
            </a:avLst>
          </a:prstGeom>
          <a:solidFill>
            <a:srgbClr val="F7F8FD"/>
          </a:solidFill>
          <a:ln w="11430">
            <a:solidFill>
              <a:srgbClr val="F7F8FD"/>
            </a:solidFill>
            <a:prstDash val="solid"/>
          </a:ln>
        </p:spPr>
      </p:sp>
      <p:sp>
        <p:nvSpPr>
          <p:cNvPr id="8" name="text-175">
            <a:extLst>
              <a:ext uri="{FF2B5EF4-FFF2-40B4-BE49-F238E27FC236}">
                <a16:creationId xmlns:a16="http://schemas.microsoft.com/office/drawing/2014/main" id="{CBA57445-444F-426C-B6C2-499F191D91FB}"/>
              </a:ext>
            </a:extLst>
          </p:cNvPr>
          <p:cNvSpPr>
            <a:spLocks noGrp="1"/>
          </p:cNvSpPr>
          <p:nvPr/>
        </p:nvSpPr>
        <p:spPr>
          <a:xfrm>
            <a:off x="9134475" y="3552825"/>
            <a:ext cx="4762500" cy="1381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2850" b="0">
                <a:solidFill>
                  <a:srgbClr val="657083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850" b="0">
                <a:solidFill>
                  <a:srgbClr val="657083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850" b="0">
                <a:solidFill>
                  <a:srgbClr val="657083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850" b="0">
                <a:solidFill>
                  <a:srgbClr val="657083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850" b="0">
                <a:solidFill>
                  <a:srgbClr val="657083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850" b="0">
                <a:solidFill>
                  <a:srgbClr val="657083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850" b="0">
                <a:solidFill>
                  <a:srgbClr val="657083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850" b="0">
                <a:solidFill>
                  <a:srgbClr val="657083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850" b="0">
                <a:solidFill>
                  <a:srgbClr val="657083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850" b="0">
                <a:solidFill>
                  <a:srgbClr val="657083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ctr">
              <a:defRPr sz="2850" b="0">
                <a:solidFill>
                  <a:srgbClr val="657083"/>
                </a:solidFill>
                <a:latin typeface="Segoe UI"/>
                <a:ea typeface="Segoe UI"/>
                <a:cs typeface="Segoe UI"/>
              </a:defRPr>
            </a:pPr>
            <a:r>
              <a:rPr sz="2850" b="0">
                <a:solidFill>
                  <a:srgbClr val="657083"/>
                </a:solidFill>
                <a:latin typeface="Segoe UI"/>
                <a:ea typeface="Segoe UI"/>
                <a:cs typeface="Segoe UI"/>
              </a:rPr>
              <a:t>Место для</a:t>
            </a:r>
          </a:p>
          <a:p>
            <a:pPr algn="ctr">
              <a:defRPr sz="2850" b="0">
                <a:solidFill>
                  <a:srgbClr val="657083"/>
                </a:solidFill>
                <a:latin typeface="Segoe UI"/>
                <a:ea typeface="Segoe UI"/>
                <a:cs typeface="Segoe UI"/>
              </a:defRPr>
            </a:pPr>
            <a:r>
              <a:rPr sz="2850" b="0">
                <a:solidFill>
                  <a:srgbClr val="657083"/>
                </a:solidFill>
                <a:latin typeface="Segoe UI"/>
                <a:ea typeface="Segoe UI"/>
                <a:cs typeface="Segoe UI"/>
              </a:rPr>
              <a:t>QR-кода бота</a:t>
            </a:r>
          </a:p>
        </p:txBody>
      </p:sp>
      <p:sp>
        <p:nvSpPr>
          <p:cNvPr id="9" name="text-176">
            <a:extLst>
              <a:ext uri="{FF2B5EF4-FFF2-40B4-BE49-F238E27FC236}">
                <a16:creationId xmlns:a16="http://schemas.microsoft.com/office/drawing/2014/main" id="{7ADCC423-6A49-4165-A23F-E69D31895B78}"/>
              </a:ext>
            </a:extLst>
          </p:cNvPr>
          <p:cNvSpPr>
            <a:spLocks noGrp="1"/>
          </p:cNvSpPr>
          <p:nvPr/>
        </p:nvSpPr>
        <p:spPr>
          <a:xfrm>
            <a:off x="8801100" y="7296150"/>
            <a:ext cx="54292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262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62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62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62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62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62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62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62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62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62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ctr">
              <a:defRPr sz="2625" b="1">
                <a:solidFill>
                  <a:srgbClr val="F7F8FD"/>
                </a:solidFill>
                <a:latin typeface="Segoe UI"/>
                <a:ea typeface="Segoe UI"/>
                <a:cs typeface="Segoe UI"/>
              </a:defRPr>
            </a:pPr>
            <a:endParaRPr sz="2625" b="1" dirty="0">
              <a:solidFill>
                <a:srgbClr val="F7F8FD"/>
              </a:solidFill>
              <a:latin typeface="Segoe UI"/>
              <a:ea typeface="Segoe UI"/>
              <a:cs typeface="Segoe UI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22CD82C-FDF9-4CEF-BFB1-D2CCFC5FE4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4545" y="1438274"/>
            <a:ext cx="5542359" cy="5429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4809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2361</Words>
  <Application>Microsoft Office PowerPoint</Application>
  <DocSecurity>0</DocSecurity>
  <PresentationFormat>Произвольный</PresentationFormat>
  <Paragraphs>274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8" baseType="lpstr">
      <vt:lpstr>Aptos</vt:lpstr>
      <vt:lpstr>Segoe UI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corsa ....</cp:lastModifiedBy>
  <cp:revision>19</cp:revision>
  <dcterms:created xsi:type="dcterms:W3CDTF">2026-10-24T12:49:51Z</dcterms:created>
  <dcterms:modified xsi:type="dcterms:W3CDTF">2026-10-24T23:05:15Z</dcterms:modified>
</cp:coreProperties>
</file>